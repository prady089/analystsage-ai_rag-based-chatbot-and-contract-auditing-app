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3" d="100"/>
          <a:sy n="53" d="100"/>
        </p:scale>
        <p:origin x="2693" y="269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368598F-3C1A-4CC8-ACBB-1E7A85B6FCA5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230D2F05-26BA-49F8-BEC3-90DBE74852BE}">
      <dgm:prSet/>
      <dgm:spPr/>
      <dgm:t>
        <a:bodyPr/>
        <a:lstStyle/>
        <a:p>
          <a:r>
            <a:rPr lang="en-US"/>
            <a:t>Static Knowledge: LLMs are frozen in time (training cutoffs).</a:t>
          </a:r>
        </a:p>
      </dgm:t>
    </dgm:pt>
    <dgm:pt modelId="{D78F3A3D-B09E-49C8-8380-857CC4E19FDE}" type="parTrans" cxnId="{4F14E002-307B-4B94-A398-1604AF6E440C}">
      <dgm:prSet/>
      <dgm:spPr/>
      <dgm:t>
        <a:bodyPr/>
        <a:lstStyle/>
        <a:p>
          <a:endParaRPr lang="en-US"/>
        </a:p>
      </dgm:t>
    </dgm:pt>
    <dgm:pt modelId="{F45CDE52-7FEB-44B1-BCB3-0A27B8E25F77}" type="sibTrans" cxnId="{4F14E002-307B-4B94-A398-1604AF6E440C}">
      <dgm:prSet/>
      <dgm:spPr/>
      <dgm:t>
        <a:bodyPr/>
        <a:lstStyle/>
        <a:p>
          <a:endParaRPr lang="en-US"/>
        </a:p>
      </dgm:t>
    </dgm:pt>
    <dgm:pt modelId="{06A54A8B-75E7-45CA-9539-41B72DE6C708}">
      <dgm:prSet/>
      <dgm:spPr/>
      <dgm:t>
        <a:bodyPr/>
        <a:lstStyle/>
        <a:p>
          <a:r>
            <a:rPr lang="en-US"/>
            <a:t>Hallucinations: AI guesses when it doesn't know your specific data.</a:t>
          </a:r>
        </a:p>
      </dgm:t>
    </dgm:pt>
    <dgm:pt modelId="{89B5320C-7996-4E36-BDDE-A8CB4EA84549}" type="parTrans" cxnId="{A6A47C66-606F-4B33-8AD6-6A60B4313529}">
      <dgm:prSet/>
      <dgm:spPr/>
      <dgm:t>
        <a:bodyPr/>
        <a:lstStyle/>
        <a:p>
          <a:endParaRPr lang="en-US"/>
        </a:p>
      </dgm:t>
    </dgm:pt>
    <dgm:pt modelId="{78B99216-5B0E-417A-B74C-DD912E92117B}" type="sibTrans" cxnId="{A6A47C66-606F-4B33-8AD6-6A60B4313529}">
      <dgm:prSet/>
      <dgm:spPr/>
      <dgm:t>
        <a:bodyPr/>
        <a:lstStyle/>
        <a:p>
          <a:endParaRPr lang="en-US"/>
        </a:p>
      </dgm:t>
    </dgm:pt>
    <dgm:pt modelId="{C4502682-9BD6-4C97-BD9F-2358C8E6F248}">
      <dgm:prSet/>
      <dgm:spPr/>
      <dgm:t>
        <a:bodyPr/>
        <a:lstStyle/>
        <a:p>
          <a:r>
            <a:rPr lang="en-US"/>
            <a:t>Data Privacy: Sending sensitive contracts to the cloud is a risk.</a:t>
          </a:r>
        </a:p>
      </dgm:t>
    </dgm:pt>
    <dgm:pt modelId="{4C36F9E1-9145-4CD5-B896-F203FC34F680}" type="parTrans" cxnId="{B18C00D0-FB81-48A7-942A-95ED6DDA2806}">
      <dgm:prSet/>
      <dgm:spPr/>
      <dgm:t>
        <a:bodyPr/>
        <a:lstStyle/>
        <a:p>
          <a:endParaRPr lang="en-US"/>
        </a:p>
      </dgm:t>
    </dgm:pt>
    <dgm:pt modelId="{33CCA763-B32E-41D9-9679-9C5BE38DC6EB}" type="sibTrans" cxnId="{B18C00D0-FB81-48A7-942A-95ED6DDA2806}">
      <dgm:prSet/>
      <dgm:spPr/>
      <dgm:t>
        <a:bodyPr/>
        <a:lstStyle/>
        <a:p>
          <a:endParaRPr lang="en-US"/>
        </a:p>
      </dgm:t>
    </dgm:pt>
    <dgm:pt modelId="{5B853E11-2E1C-462F-AB09-A180BC37BA9E}" type="pres">
      <dgm:prSet presAssocID="{1368598F-3C1A-4CC8-ACBB-1E7A85B6FCA5}" presName="outerComposite" presStyleCnt="0">
        <dgm:presLayoutVars>
          <dgm:chMax val="5"/>
          <dgm:dir/>
          <dgm:resizeHandles val="exact"/>
        </dgm:presLayoutVars>
      </dgm:prSet>
      <dgm:spPr/>
    </dgm:pt>
    <dgm:pt modelId="{1AEA555D-033D-4EFA-8889-6E2E04B0F727}" type="pres">
      <dgm:prSet presAssocID="{1368598F-3C1A-4CC8-ACBB-1E7A85B6FCA5}" presName="dummyMaxCanvas" presStyleCnt="0">
        <dgm:presLayoutVars/>
      </dgm:prSet>
      <dgm:spPr/>
    </dgm:pt>
    <dgm:pt modelId="{A7F6E3CF-9860-45D7-9E1B-D1C466D80F2A}" type="pres">
      <dgm:prSet presAssocID="{1368598F-3C1A-4CC8-ACBB-1E7A85B6FCA5}" presName="ThreeNodes_1" presStyleLbl="node1" presStyleIdx="0" presStyleCnt="3">
        <dgm:presLayoutVars>
          <dgm:bulletEnabled val="1"/>
        </dgm:presLayoutVars>
      </dgm:prSet>
      <dgm:spPr/>
    </dgm:pt>
    <dgm:pt modelId="{8346E21A-0020-423E-9E3A-AEB1AAA063AF}" type="pres">
      <dgm:prSet presAssocID="{1368598F-3C1A-4CC8-ACBB-1E7A85B6FCA5}" presName="ThreeNodes_2" presStyleLbl="node1" presStyleIdx="1" presStyleCnt="3">
        <dgm:presLayoutVars>
          <dgm:bulletEnabled val="1"/>
        </dgm:presLayoutVars>
      </dgm:prSet>
      <dgm:spPr/>
    </dgm:pt>
    <dgm:pt modelId="{80FC952A-45A4-40CB-9083-56F4AE7EACD8}" type="pres">
      <dgm:prSet presAssocID="{1368598F-3C1A-4CC8-ACBB-1E7A85B6FCA5}" presName="ThreeNodes_3" presStyleLbl="node1" presStyleIdx="2" presStyleCnt="3">
        <dgm:presLayoutVars>
          <dgm:bulletEnabled val="1"/>
        </dgm:presLayoutVars>
      </dgm:prSet>
      <dgm:spPr/>
    </dgm:pt>
    <dgm:pt modelId="{C2B5CD4B-C414-4259-9D18-0C6C1FD63E61}" type="pres">
      <dgm:prSet presAssocID="{1368598F-3C1A-4CC8-ACBB-1E7A85B6FCA5}" presName="ThreeConn_1-2" presStyleLbl="fgAccFollowNode1" presStyleIdx="0" presStyleCnt="2">
        <dgm:presLayoutVars>
          <dgm:bulletEnabled val="1"/>
        </dgm:presLayoutVars>
      </dgm:prSet>
      <dgm:spPr/>
    </dgm:pt>
    <dgm:pt modelId="{333C656B-0E81-4E47-927B-03CC21669DC6}" type="pres">
      <dgm:prSet presAssocID="{1368598F-3C1A-4CC8-ACBB-1E7A85B6FCA5}" presName="ThreeConn_2-3" presStyleLbl="fgAccFollowNode1" presStyleIdx="1" presStyleCnt="2">
        <dgm:presLayoutVars>
          <dgm:bulletEnabled val="1"/>
        </dgm:presLayoutVars>
      </dgm:prSet>
      <dgm:spPr/>
    </dgm:pt>
    <dgm:pt modelId="{899DA203-5CFC-408E-AB79-0A26D605EFD8}" type="pres">
      <dgm:prSet presAssocID="{1368598F-3C1A-4CC8-ACBB-1E7A85B6FCA5}" presName="ThreeNodes_1_text" presStyleLbl="node1" presStyleIdx="2" presStyleCnt="3">
        <dgm:presLayoutVars>
          <dgm:bulletEnabled val="1"/>
        </dgm:presLayoutVars>
      </dgm:prSet>
      <dgm:spPr/>
    </dgm:pt>
    <dgm:pt modelId="{27AB5BD5-2D70-42A4-BD62-333527FBEC40}" type="pres">
      <dgm:prSet presAssocID="{1368598F-3C1A-4CC8-ACBB-1E7A85B6FCA5}" presName="ThreeNodes_2_text" presStyleLbl="node1" presStyleIdx="2" presStyleCnt="3">
        <dgm:presLayoutVars>
          <dgm:bulletEnabled val="1"/>
        </dgm:presLayoutVars>
      </dgm:prSet>
      <dgm:spPr/>
    </dgm:pt>
    <dgm:pt modelId="{A943594A-F9A8-46B6-A8E1-64118EFADF3D}" type="pres">
      <dgm:prSet presAssocID="{1368598F-3C1A-4CC8-ACBB-1E7A85B6FCA5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4F14E002-307B-4B94-A398-1604AF6E440C}" srcId="{1368598F-3C1A-4CC8-ACBB-1E7A85B6FCA5}" destId="{230D2F05-26BA-49F8-BEC3-90DBE74852BE}" srcOrd="0" destOrd="0" parTransId="{D78F3A3D-B09E-49C8-8380-857CC4E19FDE}" sibTransId="{F45CDE52-7FEB-44B1-BCB3-0A27B8E25F77}"/>
    <dgm:cxn modelId="{40B7E014-BB58-4C21-8FF6-C2F25DA2DA76}" type="presOf" srcId="{1368598F-3C1A-4CC8-ACBB-1E7A85B6FCA5}" destId="{5B853E11-2E1C-462F-AB09-A180BC37BA9E}" srcOrd="0" destOrd="0" presId="urn:microsoft.com/office/officeart/2005/8/layout/vProcess5"/>
    <dgm:cxn modelId="{B4193220-89E8-49FA-82E9-C7826CCB571E}" type="presOf" srcId="{F45CDE52-7FEB-44B1-BCB3-0A27B8E25F77}" destId="{C2B5CD4B-C414-4259-9D18-0C6C1FD63E61}" srcOrd="0" destOrd="0" presId="urn:microsoft.com/office/officeart/2005/8/layout/vProcess5"/>
    <dgm:cxn modelId="{73B2F82D-6642-4265-B7E7-3585239E478B}" type="presOf" srcId="{230D2F05-26BA-49F8-BEC3-90DBE74852BE}" destId="{899DA203-5CFC-408E-AB79-0A26D605EFD8}" srcOrd="1" destOrd="0" presId="urn:microsoft.com/office/officeart/2005/8/layout/vProcess5"/>
    <dgm:cxn modelId="{8146D439-6815-48BD-812E-1927C464022A}" type="presOf" srcId="{78B99216-5B0E-417A-B74C-DD912E92117B}" destId="{333C656B-0E81-4E47-927B-03CC21669DC6}" srcOrd="0" destOrd="0" presId="urn:microsoft.com/office/officeart/2005/8/layout/vProcess5"/>
    <dgm:cxn modelId="{4B743F5D-6E67-474C-BC74-A87884A49519}" type="presOf" srcId="{230D2F05-26BA-49F8-BEC3-90DBE74852BE}" destId="{A7F6E3CF-9860-45D7-9E1B-D1C466D80F2A}" srcOrd="0" destOrd="0" presId="urn:microsoft.com/office/officeart/2005/8/layout/vProcess5"/>
    <dgm:cxn modelId="{C03E7741-2671-449E-8C6F-DE83B33AFB64}" type="presOf" srcId="{06A54A8B-75E7-45CA-9539-41B72DE6C708}" destId="{27AB5BD5-2D70-42A4-BD62-333527FBEC40}" srcOrd="1" destOrd="0" presId="urn:microsoft.com/office/officeart/2005/8/layout/vProcess5"/>
    <dgm:cxn modelId="{A6A47C66-606F-4B33-8AD6-6A60B4313529}" srcId="{1368598F-3C1A-4CC8-ACBB-1E7A85B6FCA5}" destId="{06A54A8B-75E7-45CA-9539-41B72DE6C708}" srcOrd="1" destOrd="0" parTransId="{89B5320C-7996-4E36-BDDE-A8CB4EA84549}" sibTransId="{78B99216-5B0E-417A-B74C-DD912E92117B}"/>
    <dgm:cxn modelId="{0A65CD96-B125-42E3-96AA-918A00B14F7C}" type="presOf" srcId="{06A54A8B-75E7-45CA-9539-41B72DE6C708}" destId="{8346E21A-0020-423E-9E3A-AEB1AAA063AF}" srcOrd="0" destOrd="0" presId="urn:microsoft.com/office/officeart/2005/8/layout/vProcess5"/>
    <dgm:cxn modelId="{38C79DA5-3DEA-4B68-B9CA-939070F17B36}" type="presOf" srcId="{C4502682-9BD6-4C97-BD9F-2358C8E6F248}" destId="{A943594A-F9A8-46B6-A8E1-64118EFADF3D}" srcOrd="1" destOrd="0" presId="urn:microsoft.com/office/officeart/2005/8/layout/vProcess5"/>
    <dgm:cxn modelId="{B18C00D0-FB81-48A7-942A-95ED6DDA2806}" srcId="{1368598F-3C1A-4CC8-ACBB-1E7A85B6FCA5}" destId="{C4502682-9BD6-4C97-BD9F-2358C8E6F248}" srcOrd="2" destOrd="0" parTransId="{4C36F9E1-9145-4CD5-B896-F203FC34F680}" sibTransId="{33CCA763-B32E-41D9-9679-9C5BE38DC6EB}"/>
    <dgm:cxn modelId="{E56608DD-39B0-4999-9ABE-DAEA19EE09BE}" type="presOf" srcId="{C4502682-9BD6-4C97-BD9F-2358C8E6F248}" destId="{80FC952A-45A4-40CB-9083-56F4AE7EACD8}" srcOrd="0" destOrd="0" presId="urn:microsoft.com/office/officeart/2005/8/layout/vProcess5"/>
    <dgm:cxn modelId="{BE6EC8E1-D7E5-4F9B-9B92-7D5BD8948FC7}" type="presParOf" srcId="{5B853E11-2E1C-462F-AB09-A180BC37BA9E}" destId="{1AEA555D-033D-4EFA-8889-6E2E04B0F727}" srcOrd="0" destOrd="0" presId="urn:microsoft.com/office/officeart/2005/8/layout/vProcess5"/>
    <dgm:cxn modelId="{DAD210A4-D234-4C9B-B82D-D40951B2A001}" type="presParOf" srcId="{5B853E11-2E1C-462F-AB09-A180BC37BA9E}" destId="{A7F6E3CF-9860-45D7-9E1B-D1C466D80F2A}" srcOrd="1" destOrd="0" presId="urn:microsoft.com/office/officeart/2005/8/layout/vProcess5"/>
    <dgm:cxn modelId="{70E97126-0BE8-40A7-96C0-CF15554A7907}" type="presParOf" srcId="{5B853E11-2E1C-462F-AB09-A180BC37BA9E}" destId="{8346E21A-0020-423E-9E3A-AEB1AAA063AF}" srcOrd="2" destOrd="0" presId="urn:microsoft.com/office/officeart/2005/8/layout/vProcess5"/>
    <dgm:cxn modelId="{A6814796-6A5B-434D-8EDD-66002E2F5D8F}" type="presParOf" srcId="{5B853E11-2E1C-462F-AB09-A180BC37BA9E}" destId="{80FC952A-45A4-40CB-9083-56F4AE7EACD8}" srcOrd="3" destOrd="0" presId="urn:microsoft.com/office/officeart/2005/8/layout/vProcess5"/>
    <dgm:cxn modelId="{1BC6F3AC-A22F-4A84-AAAB-5D8F823C07E1}" type="presParOf" srcId="{5B853E11-2E1C-462F-AB09-A180BC37BA9E}" destId="{C2B5CD4B-C414-4259-9D18-0C6C1FD63E61}" srcOrd="4" destOrd="0" presId="urn:microsoft.com/office/officeart/2005/8/layout/vProcess5"/>
    <dgm:cxn modelId="{6D1C86C6-F24C-4FCD-AEA6-90535E3761E6}" type="presParOf" srcId="{5B853E11-2E1C-462F-AB09-A180BC37BA9E}" destId="{333C656B-0E81-4E47-927B-03CC21669DC6}" srcOrd="5" destOrd="0" presId="urn:microsoft.com/office/officeart/2005/8/layout/vProcess5"/>
    <dgm:cxn modelId="{095B2F46-684A-4843-A4BA-741E86F0CA47}" type="presParOf" srcId="{5B853E11-2E1C-462F-AB09-A180BC37BA9E}" destId="{899DA203-5CFC-408E-AB79-0A26D605EFD8}" srcOrd="6" destOrd="0" presId="urn:microsoft.com/office/officeart/2005/8/layout/vProcess5"/>
    <dgm:cxn modelId="{8EDD6BD8-7AB3-49DF-98BC-1D3E511D423B}" type="presParOf" srcId="{5B853E11-2E1C-462F-AB09-A180BC37BA9E}" destId="{27AB5BD5-2D70-42A4-BD62-333527FBEC40}" srcOrd="7" destOrd="0" presId="urn:microsoft.com/office/officeart/2005/8/layout/vProcess5"/>
    <dgm:cxn modelId="{9D97367B-E896-4D12-97B3-F0665AB8B1AB}" type="presParOf" srcId="{5B853E11-2E1C-462F-AB09-A180BC37BA9E}" destId="{A943594A-F9A8-46B6-A8E1-64118EFADF3D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63CB2A5-EFF4-42C6-A1DC-321C0CB429C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9C2F33C-3F90-45C3-B942-487CB3CF02E9}">
      <dgm:prSet/>
      <dgm:spPr/>
      <dgm:t>
        <a:bodyPr/>
        <a:lstStyle/>
        <a:p>
          <a:r>
            <a:rPr lang="en-US"/>
            <a:t>A bridge between the LLM's reasoning and your private data.</a:t>
          </a:r>
        </a:p>
      </dgm:t>
    </dgm:pt>
    <dgm:pt modelId="{1CDB2EC7-CC4C-4FA9-874D-00B8F2831395}" type="parTrans" cxnId="{DA74B197-943D-4A1A-9F91-23B1D8C9C366}">
      <dgm:prSet/>
      <dgm:spPr/>
      <dgm:t>
        <a:bodyPr/>
        <a:lstStyle/>
        <a:p>
          <a:endParaRPr lang="en-US"/>
        </a:p>
      </dgm:t>
    </dgm:pt>
    <dgm:pt modelId="{C23DE75C-001C-4CFD-8ECB-9E930C0F0BCE}" type="sibTrans" cxnId="{DA74B197-943D-4A1A-9F91-23B1D8C9C366}">
      <dgm:prSet/>
      <dgm:spPr/>
      <dgm:t>
        <a:bodyPr/>
        <a:lstStyle/>
        <a:p>
          <a:endParaRPr lang="en-US"/>
        </a:p>
      </dgm:t>
    </dgm:pt>
    <dgm:pt modelId="{E94BA2C6-1B9F-4B37-A410-5868B94A04EA}">
      <dgm:prSet/>
      <dgm:spPr/>
      <dgm:t>
        <a:bodyPr/>
        <a:lstStyle/>
        <a:p>
          <a:r>
            <a:rPr lang="en-US"/>
            <a:t>Concept: 'Giving the AI an Open-Book Exam.'</a:t>
          </a:r>
        </a:p>
      </dgm:t>
    </dgm:pt>
    <dgm:pt modelId="{F3D2CF11-CE6F-44C1-BCE3-461CBCB0C6B7}" type="parTrans" cxnId="{F7A9AC1F-325C-4852-96E6-9C33D327C8C5}">
      <dgm:prSet/>
      <dgm:spPr/>
      <dgm:t>
        <a:bodyPr/>
        <a:lstStyle/>
        <a:p>
          <a:endParaRPr lang="en-US"/>
        </a:p>
      </dgm:t>
    </dgm:pt>
    <dgm:pt modelId="{0374929F-E1D8-4D77-A108-8889EF36D12C}" type="sibTrans" cxnId="{F7A9AC1F-325C-4852-96E6-9C33D327C8C5}">
      <dgm:prSet/>
      <dgm:spPr/>
      <dgm:t>
        <a:bodyPr/>
        <a:lstStyle/>
        <a:p>
          <a:endParaRPr lang="en-US"/>
        </a:p>
      </dgm:t>
    </dgm:pt>
    <dgm:pt modelId="{D3DE5074-41E7-411E-AFC0-9146724AFEC2}">
      <dgm:prSet/>
      <dgm:spPr/>
      <dgm:t>
        <a:bodyPr/>
        <a:lstStyle/>
        <a:p>
          <a:r>
            <a:rPr lang="en-US"/>
            <a:t>Retrieval: Fact-finding from your documents.</a:t>
          </a:r>
        </a:p>
      </dgm:t>
    </dgm:pt>
    <dgm:pt modelId="{E349E910-5264-4F97-BAED-ED7C73F0F512}" type="parTrans" cxnId="{AD44B8CF-4058-4A8E-9683-2731673B52DB}">
      <dgm:prSet/>
      <dgm:spPr/>
      <dgm:t>
        <a:bodyPr/>
        <a:lstStyle/>
        <a:p>
          <a:endParaRPr lang="en-US"/>
        </a:p>
      </dgm:t>
    </dgm:pt>
    <dgm:pt modelId="{D139D275-5D44-4ACF-BFA9-2179169F9D31}" type="sibTrans" cxnId="{AD44B8CF-4058-4A8E-9683-2731673B52DB}">
      <dgm:prSet/>
      <dgm:spPr/>
      <dgm:t>
        <a:bodyPr/>
        <a:lstStyle/>
        <a:p>
          <a:endParaRPr lang="en-US"/>
        </a:p>
      </dgm:t>
    </dgm:pt>
    <dgm:pt modelId="{20652313-597E-4214-BAB0-4A828E0C0FFB}">
      <dgm:prSet/>
      <dgm:spPr/>
      <dgm:t>
        <a:bodyPr/>
        <a:lstStyle/>
        <a:p>
          <a:r>
            <a:rPr lang="en-US"/>
            <a:t>Augmentation: Adding facts to the AI's prompt.</a:t>
          </a:r>
        </a:p>
      </dgm:t>
    </dgm:pt>
    <dgm:pt modelId="{7F875D2E-1128-4D89-BA81-4C44CC27CA17}" type="parTrans" cxnId="{34B3B87F-9E8B-45D2-96BA-D251F190B690}">
      <dgm:prSet/>
      <dgm:spPr/>
      <dgm:t>
        <a:bodyPr/>
        <a:lstStyle/>
        <a:p>
          <a:endParaRPr lang="en-US"/>
        </a:p>
      </dgm:t>
    </dgm:pt>
    <dgm:pt modelId="{1F30ED79-9BF5-489C-A0B5-61334871E75A}" type="sibTrans" cxnId="{34B3B87F-9E8B-45D2-96BA-D251F190B690}">
      <dgm:prSet/>
      <dgm:spPr/>
      <dgm:t>
        <a:bodyPr/>
        <a:lstStyle/>
        <a:p>
          <a:endParaRPr lang="en-US"/>
        </a:p>
      </dgm:t>
    </dgm:pt>
    <dgm:pt modelId="{6DB901CC-012A-4590-B362-2FDA991AC3FE}">
      <dgm:prSet/>
      <dgm:spPr/>
      <dgm:t>
        <a:bodyPr/>
        <a:lstStyle/>
        <a:p>
          <a:r>
            <a:rPr lang="en-US"/>
            <a:t>Generation: Producing accurate, cited answers.</a:t>
          </a:r>
        </a:p>
      </dgm:t>
    </dgm:pt>
    <dgm:pt modelId="{BFBE2B97-B4EB-4858-9071-3CE24413550D}" type="parTrans" cxnId="{E7227FC4-AA56-4E13-82A6-ACB65981166E}">
      <dgm:prSet/>
      <dgm:spPr/>
      <dgm:t>
        <a:bodyPr/>
        <a:lstStyle/>
        <a:p>
          <a:endParaRPr lang="en-US"/>
        </a:p>
      </dgm:t>
    </dgm:pt>
    <dgm:pt modelId="{49EEB8E8-3854-4EE9-9069-4DF2A353EBD6}" type="sibTrans" cxnId="{E7227FC4-AA56-4E13-82A6-ACB65981166E}">
      <dgm:prSet/>
      <dgm:spPr/>
      <dgm:t>
        <a:bodyPr/>
        <a:lstStyle/>
        <a:p>
          <a:endParaRPr lang="en-US"/>
        </a:p>
      </dgm:t>
    </dgm:pt>
    <dgm:pt modelId="{310884E0-17CD-48C5-85A0-35E8EE367D5E}" type="pres">
      <dgm:prSet presAssocID="{E63CB2A5-EFF4-42C6-A1DC-321C0CB429C8}" presName="root" presStyleCnt="0">
        <dgm:presLayoutVars>
          <dgm:dir/>
          <dgm:resizeHandles val="exact"/>
        </dgm:presLayoutVars>
      </dgm:prSet>
      <dgm:spPr/>
    </dgm:pt>
    <dgm:pt modelId="{ECDD9B52-1603-4141-9C10-676621A5F34A}" type="pres">
      <dgm:prSet presAssocID="{89C2F33C-3F90-45C3-B942-487CB3CF02E9}" presName="compNode" presStyleCnt="0"/>
      <dgm:spPr/>
    </dgm:pt>
    <dgm:pt modelId="{191AE781-EB1C-4DF1-83C0-A4AE7B54E4D0}" type="pres">
      <dgm:prSet presAssocID="{89C2F33C-3F90-45C3-B942-487CB3CF02E9}" presName="bgRect" presStyleLbl="bgShp" presStyleIdx="0" presStyleCnt="5"/>
      <dgm:spPr/>
    </dgm:pt>
    <dgm:pt modelId="{FDF6E357-9B4D-4BBC-82BB-B6713D392714}" type="pres">
      <dgm:prSet presAssocID="{89C2F33C-3F90-45C3-B942-487CB3CF02E9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idge scene"/>
        </a:ext>
      </dgm:extLst>
    </dgm:pt>
    <dgm:pt modelId="{6DE57F27-75AC-4A41-94C8-AE16EF6AF1EE}" type="pres">
      <dgm:prSet presAssocID="{89C2F33C-3F90-45C3-B942-487CB3CF02E9}" presName="spaceRect" presStyleCnt="0"/>
      <dgm:spPr/>
    </dgm:pt>
    <dgm:pt modelId="{C17F1AB1-9C4F-41CB-8A27-03E95976DCF4}" type="pres">
      <dgm:prSet presAssocID="{89C2F33C-3F90-45C3-B942-487CB3CF02E9}" presName="parTx" presStyleLbl="revTx" presStyleIdx="0" presStyleCnt="5">
        <dgm:presLayoutVars>
          <dgm:chMax val="0"/>
          <dgm:chPref val="0"/>
        </dgm:presLayoutVars>
      </dgm:prSet>
      <dgm:spPr/>
    </dgm:pt>
    <dgm:pt modelId="{36CB6057-EC03-4F5B-AA5F-B4ACA4E11285}" type="pres">
      <dgm:prSet presAssocID="{C23DE75C-001C-4CFD-8ECB-9E930C0F0BCE}" presName="sibTrans" presStyleCnt="0"/>
      <dgm:spPr/>
    </dgm:pt>
    <dgm:pt modelId="{1BAF47CC-2CB7-41E1-BABA-5E8F1C0A66A6}" type="pres">
      <dgm:prSet presAssocID="{E94BA2C6-1B9F-4B37-A410-5868B94A04EA}" presName="compNode" presStyleCnt="0"/>
      <dgm:spPr/>
    </dgm:pt>
    <dgm:pt modelId="{B0D347D1-33AA-4F33-B363-BFF76A96572A}" type="pres">
      <dgm:prSet presAssocID="{E94BA2C6-1B9F-4B37-A410-5868B94A04EA}" presName="bgRect" presStyleLbl="bgShp" presStyleIdx="1" presStyleCnt="5"/>
      <dgm:spPr/>
    </dgm:pt>
    <dgm:pt modelId="{C1E7C081-8426-4DE2-BB82-BEDC295F6EE9}" type="pres">
      <dgm:prSet presAssocID="{E94BA2C6-1B9F-4B37-A410-5868B94A04EA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rson with Idea"/>
        </a:ext>
      </dgm:extLst>
    </dgm:pt>
    <dgm:pt modelId="{1C0A0FE0-61C2-4E98-8783-2BBAE0258C5A}" type="pres">
      <dgm:prSet presAssocID="{E94BA2C6-1B9F-4B37-A410-5868B94A04EA}" presName="spaceRect" presStyleCnt="0"/>
      <dgm:spPr/>
    </dgm:pt>
    <dgm:pt modelId="{FE7FD378-8A79-4658-9C95-AA2BC583A172}" type="pres">
      <dgm:prSet presAssocID="{E94BA2C6-1B9F-4B37-A410-5868B94A04EA}" presName="parTx" presStyleLbl="revTx" presStyleIdx="1" presStyleCnt="5">
        <dgm:presLayoutVars>
          <dgm:chMax val="0"/>
          <dgm:chPref val="0"/>
        </dgm:presLayoutVars>
      </dgm:prSet>
      <dgm:spPr/>
    </dgm:pt>
    <dgm:pt modelId="{82C9FA00-14FB-45DC-85BB-D0C0E46616A2}" type="pres">
      <dgm:prSet presAssocID="{0374929F-E1D8-4D77-A108-8889EF36D12C}" presName="sibTrans" presStyleCnt="0"/>
      <dgm:spPr/>
    </dgm:pt>
    <dgm:pt modelId="{8043A9B4-6714-46CB-8CE1-5AADB7CFDEEA}" type="pres">
      <dgm:prSet presAssocID="{D3DE5074-41E7-411E-AFC0-9146724AFEC2}" presName="compNode" presStyleCnt="0"/>
      <dgm:spPr/>
    </dgm:pt>
    <dgm:pt modelId="{ACD8E28A-B42E-4801-B8B1-70789BDA43D4}" type="pres">
      <dgm:prSet presAssocID="{D3DE5074-41E7-411E-AFC0-9146724AFEC2}" presName="bgRect" presStyleLbl="bgShp" presStyleIdx="2" presStyleCnt="5"/>
      <dgm:spPr/>
    </dgm:pt>
    <dgm:pt modelId="{E2201B17-188F-4322-B551-F092B518ECC3}" type="pres">
      <dgm:prSet presAssocID="{D3DE5074-41E7-411E-AFC0-9146724AFEC2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2ECBC3EC-5D36-4A80-A0C9-88B5DD102EAE}" type="pres">
      <dgm:prSet presAssocID="{D3DE5074-41E7-411E-AFC0-9146724AFEC2}" presName="spaceRect" presStyleCnt="0"/>
      <dgm:spPr/>
    </dgm:pt>
    <dgm:pt modelId="{40D91795-B285-46CB-A086-478B02101FFC}" type="pres">
      <dgm:prSet presAssocID="{D3DE5074-41E7-411E-AFC0-9146724AFEC2}" presName="parTx" presStyleLbl="revTx" presStyleIdx="2" presStyleCnt="5">
        <dgm:presLayoutVars>
          <dgm:chMax val="0"/>
          <dgm:chPref val="0"/>
        </dgm:presLayoutVars>
      </dgm:prSet>
      <dgm:spPr/>
    </dgm:pt>
    <dgm:pt modelId="{342CF8C9-ECF8-4D50-876F-46EAB32DB211}" type="pres">
      <dgm:prSet presAssocID="{D139D275-5D44-4ACF-BFA9-2179169F9D31}" presName="sibTrans" presStyleCnt="0"/>
      <dgm:spPr/>
    </dgm:pt>
    <dgm:pt modelId="{3A384906-F326-410C-A1AF-A6BAB6F845EB}" type="pres">
      <dgm:prSet presAssocID="{20652313-597E-4214-BAB0-4A828E0C0FFB}" presName="compNode" presStyleCnt="0"/>
      <dgm:spPr/>
    </dgm:pt>
    <dgm:pt modelId="{0E9E53F6-4396-4F79-B528-31B423A26EF1}" type="pres">
      <dgm:prSet presAssocID="{20652313-597E-4214-BAB0-4A828E0C0FFB}" presName="bgRect" presStyleLbl="bgShp" presStyleIdx="3" presStyleCnt="5"/>
      <dgm:spPr/>
    </dgm:pt>
    <dgm:pt modelId="{FBC591F5-8628-4AB9-834F-62804994836E}" type="pres">
      <dgm:prSet presAssocID="{20652313-597E-4214-BAB0-4A828E0C0FFB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BF518FAB-3FCA-4CB2-9507-EC6E9781199C}" type="pres">
      <dgm:prSet presAssocID="{20652313-597E-4214-BAB0-4A828E0C0FFB}" presName="spaceRect" presStyleCnt="0"/>
      <dgm:spPr/>
    </dgm:pt>
    <dgm:pt modelId="{BEFEB296-A452-427D-BFDE-247847C45991}" type="pres">
      <dgm:prSet presAssocID="{20652313-597E-4214-BAB0-4A828E0C0FFB}" presName="parTx" presStyleLbl="revTx" presStyleIdx="3" presStyleCnt="5">
        <dgm:presLayoutVars>
          <dgm:chMax val="0"/>
          <dgm:chPref val="0"/>
        </dgm:presLayoutVars>
      </dgm:prSet>
      <dgm:spPr/>
    </dgm:pt>
    <dgm:pt modelId="{311FB68D-3D7A-4880-8939-F1CD4F8D02D0}" type="pres">
      <dgm:prSet presAssocID="{1F30ED79-9BF5-489C-A0B5-61334871E75A}" presName="sibTrans" presStyleCnt="0"/>
      <dgm:spPr/>
    </dgm:pt>
    <dgm:pt modelId="{DD404032-D1D2-4188-973F-565CE3BE4F36}" type="pres">
      <dgm:prSet presAssocID="{6DB901CC-012A-4590-B362-2FDA991AC3FE}" presName="compNode" presStyleCnt="0"/>
      <dgm:spPr/>
    </dgm:pt>
    <dgm:pt modelId="{43EEE5E3-4A5C-4174-AD26-04D2B273EE79}" type="pres">
      <dgm:prSet presAssocID="{6DB901CC-012A-4590-B362-2FDA991AC3FE}" presName="bgRect" presStyleLbl="bgShp" presStyleIdx="4" presStyleCnt="5"/>
      <dgm:spPr/>
    </dgm:pt>
    <dgm:pt modelId="{DDC1644B-2F53-4356-86C8-050346564550}" type="pres">
      <dgm:prSet presAssocID="{6DB901CC-012A-4590-B362-2FDA991AC3FE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D58A8942-3250-4427-B96F-675C06B389FA}" type="pres">
      <dgm:prSet presAssocID="{6DB901CC-012A-4590-B362-2FDA991AC3FE}" presName="spaceRect" presStyleCnt="0"/>
      <dgm:spPr/>
    </dgm:pt>
    <dgm:pt modelId="{D404337E-C914-4377-B887-E4A78CABA8F5}" type="pres">
      <dgm:prSet presAssocID="{6DB901CC-012A-4590-B362-2FDA991AC3FE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1DEE9B1F-B7B5-4619-96D5-CD72CA29B183}" type="presOf" srcId="{89C2F33C-3F90-45C3-B942-487CB3CF02E9}" destId="{C17F1AB1-9C4F-41CB-8A27-03E95976DCF4}" srcOrd="0" destOrd="0" presId="urn:microsoft.com/office/officeart/2018/2/layout/IconVerticalSolidList"/>
    <dgm:cxn modelId="{F7A9AC1F-325C-4852-96E6-9C33D327C8C5}" srcId="{E63CB2A5-EFF4-42C6-A1DC-321C0CB429C8}" destId="{E94BA2C6-1B9F-4B37-A410-5868B94A04EA}" srcOrd="1" destOrd="0" parTransId="{F3D2CF11-CE6F-44C1-BCE3-461CBCB0C6B7}" sibTransId="{0374929F-E1D8-4D77-A108-8889EF36D12C}"/>
    <dgm:cxn modelId="{FED5A165-3FFF-4EA0-AC1F-1AC783F1AAA3}" type="presOf" srcId="{E63CB2A5-EFF4-42C6-A1DC-321C0CB429C8}" destId="{310884E0-17CD-48C5-85A0-35E8EE367D5E}" srcOrd="0" destOrd="0" presId="urn:microsoft.com/office/officeart/2018/2/layout/IconVerticalSolidList"/>
    <dgm:cxn modelId="{34B3B87F-9E8B-45D2-96BA-D251F190B690}" srcId="{E63CB2A5-EFF4-42C6-A1DC-321C0CB429C8}" destId="{20652313-597E-4214-BAB0-4A828E0C0FFB}" srcOrd="3" destOrd="0" parTransId="{7F875D2E-1128-4D89-BA81-4C44CC27CA17}" sibTransId="{1F30ED79-9BF5-489C-A0B5-61334871E75A}"/>
    <dgm:cxn modelId="{80A7D28C-A6DB-4D3A-B2D6-D666B75049CE}" type="presOf" srcId="{E94BA2C6-1B9F-4B37-A410-5868B94A04EA}" destId="{FE7FD378-8A79-4658-9C95-AA2BC583A172}" srcOrd="0" destOrd="0" presId="urn:microsoft.com/office/officeart/2018/2/layout/IconVerticalSolidList"/>
    <dgm:cxn modelId="{DA74B197-943D-4A1A-9F91-23B1D8C9C366}" srcId="{E63CB2A5-EFF4-42C6-A1DC-321C0CB429C8}" destId="{89C2F33C-3F90-45C3-B942-487CB3CF02E9}" srcOrd="0" destOrd="0" parTransId="{1CDB2EC7-CC4C-4FA9-874D-00B8F2831395}" sibTransId="{C23DE75C-001C-4CFD-8ECB-9E930C0F0BCE}"/>
    <dgm:cxn modelId="{3D7F4498-B890-4160-AFBE-D0E5805767C3}" type="presOf" srcId="{20652313-597E-4214-BAB0-4A828E0C0FFB}" destId="{BEFEB296-A452-427D-BFDE-247847C45991}" srcOrd="0" destOrd="0" presId="urn:microsoft.com/office/officeart/2018/2/layout/IconVerticalSolidList"/>
    <dgm:cxn modelId="{EFBC46B4-035F-4DCE-BC0D-DD11A92E255A}" type="presOf" srcId="{D3DE5074-41E7-411E-AFC0-9146724AFEC2}" destId="{40D91795-B285-46CB-A086-478B02101FFC}" srcOrd="0" destOrd="0" presId="urn:microsoft.com/office/officeart/2018/2/layout/IconVerticalSolidList"/>
    <dgm:cxn modelId="{535A21C0-108D-4164-9572-95ECB23B014F}" type="presOf" srcId="{6DB901CC-012A-4590-B362-2FDA991AC3FE}" destId="{D404337E-C914-4377-B887-E4A78CABA8F5}" srcOrd="0" destOrd="0" presId="urn:microsoft.com/office/officeart/2018/2/layout/IconVerticalSolidList"/>
    <dgm:cxn modelId="{E7227FC4-AA56-4E13-82A6-ACB65981166E}" srcId="{E63CB2A5-EFF4-42C6-A1DC-321C0CB429C8}" destId="{6DB901CC-012A-4590-B362-2FDA991AC3FE}" srcOrd="4" destOrd="0" parTransId="{BFBE2B97-B4EB-4858-9071-3CE24413550D}" sibTransId="{49EEB8E8-3854-4EE9-9069-4DF2A353EBD6}"/>
    <dgm:cxn modelId="{AD44B8CF-4058-4A8E-9683-2731673B52DB}" srcId="{E63CB2A5-EFF4-42C6-A1DC-321C0CB429C8}" destId="{D3DE5074-41E7-411E-AFC0-9146724AFEC2}" srcOrd="2" destOrd="0" parTransId="{E349E910-5264-4F97-BAED-ED7C73F0F512}" sibTransId="{D139D275-5D44-4ACF-BFA9-2179169F9D31}"/>
    <dgm:cxn modelId="{14BE1D28-9421-476F-B8FD-4947F70F0716}" type="presParOf" srcId="{310884E0-17CD-48C5-85A0-35E8EE367D5E}" destId="{ECDD9B52-1603-4141-9C10-676621A5F34A}" srcOrd="0" destOrd="0" presId="urn:microsoft.com/office/officeart/2018/2/layout/IconVerticalSolidList"/>
    <dgm:cxn modelId="{F1E233C5-00EB-4ED1-820A-99DDFFB5DC69}" type="presParOf" srcId="{ECDD9B52-1603-4141-9C10-676621A5F34A}" destId="{191AE781-EB1C-4DF1-83C0-A4AE7B54E4D0}" srcOrd="0" destOrd="0" presId="urn:microsoft.com/office/officeart/2018/2/layout/IconVerticalSolidList"/>
    <dgm:cxn modelId="{06D802F3-E912-40DD-AD28-102D4ED21DAA}" type="presParOf" srcId="{ECDD9B52-1603-4141-9C10-676621A5F34A}" destId="{FDF6E357-9B4D-4BBC-82BB-B6713D392714}" srcOrd="1" destOrd="0" presId="urn:microsoft.com/office/officeart/2018/2/layout/IconVerticalSolidList"/>
    <dgm:cxn modelId="{B45B69AB-0847-41AA-AE02-076738172EAB}" type="presParOf" srcId="{ECDD9B52-1603-4141-9C10-676621A5F34A}" destId="{6DE57F27-75AC-4A41-94C8-AE16EF6AF1EE}" srcOrd="2" destOrd="0" presId="urn:microsoft.com/office/officeart/2018/2/layout/IconVerticalSolidList"/>
    <dgm:cxn modelId="{3CCF609B-57C3-4D0D-89EA-1B9154B361E8}" type="presParOf" srcId="{ECDD9B52-1603-4141-9C10-676621A5F34A}" destId="{C17F1AB1-9C4F-41CB-8A27-03E95976DCF4}" srcOrd="3" destOrd="0" presId="urn:microsoft.com/office/officeart/2018/2/layout/IconVerticalSolidList"/>
    <dgm:cxn modelId="{59293D93-EDF9-453B-B95C-841AD0BAD8FB}" type="presParOf" srcId="{310884E0-17CD-48C5-85A0-35E8EE367D5E}" destId="{36CB6057-EC03-4F5B-AA5F-B4ACA4E11285}" srcOrd="1" destOrd="0" presId="urn:microsoft.com/office/officeart/2018/2/layout/IconVerticalSolidList"/>
    <dgm:cxn modelId="{5D64ACBF-D11B-4A36-BAA1-D4EA078C3147}" type="presParOf" srcId="{310884E0-17CD-48C5-85A0-35E8EE367D5E}" destId="{1BAF47CC-2CB7-41E1-BABA-5E8F1C0A66A6}" srcOrd="2" destOrd="0" presId="urn:microsoft.com/office/officeart/2018/2/layout/IconVerticalSolidList"/>
    <dgm:cxn modelId="{E70F4EFE-EB8E-4A5C-A73B-E50D5C998CD7}" type="presParOf" srcId="{1BAF47CC-2CB7-41E1-BABA-5E8F1C0A66A6}" destId="{B0D347D1-33AA-4F33-B363-BFF76A96572A}" srcOrd="0" destOrd="0" presId="urn:microsoft.com/office/officeart/2018/2/layout/IconVerticalSolidList"/>
    <dgm:cxn modelId="{DBC07B05-4B6C-4945-997E-69E1BFE0030F}" type="presParOf" srcId="{1BAF47CC-2CB7-41E1-BABA-5E8F1C0A66A6}" destId="{C1E7C081-8426-4DE2-BB82-BEDC295F6EE9}" srcOrd="1" destOrd="0" presId="urn:microsoft.com/office/officeart/2018/2/layout/IconVerticalSolidList"/>
    <dgm:cxn modelId="{19A0CE00-604C-4181-A41E-F7413C8EC730}" type="presParOf" srcId="{1BAF47CC-2CB7-41E1-BABA-5E8F1C0A66A6}" destId="{1C0A0FE0-61C2-4E98-8783-2BBAE0258C5A}" srcOrd="2" destOrd="0" presId="urn:microsoft.com/office/officeart/2018/2/layout/IconVerticalSolidList"/>
    <dgm:cxn modelId="{534F24E4-EAE7-45A3-BE3E-0D9349B2E735}" type="presParOf" srcId="{1BAF47CC-2CB7-41E1-BABA-5E8F1C0A66A6}" destId="{FE7FD378-8A79-4658-9C95-AA2BC583A172}" srcOrd="3" destOrd="0" presId="urn:microsoft.com/office/officeart/2018/2/layout/IconVerticalSolidList"/>
    <dgm:cxn modelId="{ABAEEE92-40E7-4B19-B4E0-C72BEA0A2CED}" type="presParOf" srcId="{310884E0-17CD-48C5-85A0-35E8EE367D5E}" destId="{82C9FA00-14FB-45DC-85BB-D0C0E46616A2}" srcOrd="3" destOrd="0" presId="urn:microsoft.com/office/officeart/2018/2/layout/IconVerticalSolidList"/>
    <dgm:cxn modelId="{887371A3-09A1-428B-BFAC-462FEE0F356B}" type="presParOf" srcId="{310884E0-17CD-48C5-85A0-35E8EE367D5E}" destId="{8043A9B4-6714-46CB-8CE1-5AADB7CFDEEA}" srcOrd="4" destOrd="0" presId="urn:microsoft.com/office/officeart/2018/2/layout/IconVerticalSolidList"/>
    <dgm:cxn modelId="{D6BA4470-C89F-4B3E-BBF1-941B6E76F272}" type="presParOf" srcId="{8043A9B4-6714-46CB-8CE1-5AADB7CFDEEA}" destId="{ACD8E28A-B42E-4801-B8B1-70789BDA43D4}" srcOrd="0" destOrd="0" presId="urn:microsoft.com/office/officeart/2018/2/layout/IconVerticalSolidList"/>
    <dgm:cxn modelId="{336E1EFD-88E1-4EEE-9A10-EFC6E35D06DD}" type="presParOf" srcId="{8043A9B4-6714-46CB-8CE1-5AADB7CFDEEA}" destId="{E2201B17-188F-4322-B551-F092B518ECC3}" srcOrd="1" destOrd="0" presId="urn:microsoft.com/office/officeart/2018/2/layout/IconVerticalSolidList"/>
    <dgm:cxn modelId="{807D9D29-3F60-42B8-862B-3BD8902DA03E}" type="presParOf" srcId="{8043A9B4-6714-46CB-8CE1-5AADB7CFDEEA}" destId="{2ECBC3EC-5D36-4A80-A0C9-88B5DD102EAE}" srcOrd="2" destOrd="0" presId="urn:microsoft.com/office/officeart/2018/2/layout/IconVerticalSolidList"/>
    <dgm:cxn modelId="{A0335D66-F6AA-4EE7-9B9D-C6D14D5A67C2}" type="presParOf" srcId="{8043A9B4-6714-46CB-8CE1-5AADB7CFDEEA}" destId="{40D91795-B285-46CB-A086-478B02101FFC}" srcOrd="3" destOrd="0" presId="urn:microsoft.com/office/officeart/2018/2/layout/IconVerticalSolidList"/>
    <dgm:cxn modelId="{13312092-D812-4610-80B5-2FC6D18407F0}" type="presParOf" srcId="{310884E0-17CD-48C5-85A0-35E8EE367D5E}" destId="{342CF8C9-ECF8-4D50-876F-46EAB32DB211}" srcOrd="5" destOrd="0" presId="urn:microsoft.com/office/officeart/2018/2/layout/IconVerticalSolidList"/>
    <dgm:cxn modelId="{F61F3106-6995-4F2F-9982-96B13C048ED8}" type="presParOf" srcId="{310884E0-17CD-48C5-85A0-35E8EE367D5E}" destId="{3A384906-F326-410C-A1AF-A6BAB6F845EB}" srcOrd="6" destOrd="0" presId="urn:microsoft.com/office/officeart/2018/2/layout/IconVerticalSolidList"/>
    <dgm:cxn modelId="{473608AA-D161-4B36-8C45-3E6A9A8B463B}" type="presParOf" srcId="{3A384906-F326-410C-A1AF-A6BAB6F845EB}" destId="{0E9E53F6-4396-4F79-B528-31B423A26EF1}" srcOrd="0" destOrd="0" presId="urn:microsoft.com/office/officeart/2018/2/layout/IconVerticalSolidList"/>
    <dgm:cxn modelId="{1AE6468E-9D47-4657-B4C7-FC3F303C8F20}" type="presParOf" srcId="{3A384906-F326-410C-A1AF-A6BAB6F845EB}" destId="{FBC591F5-8628-4AB9-834F-62804994836E}" srcOrd="1" destOrd="0" presId="urn:microsoft.com/office/officeart/2018/2/layout/IconVerticalSolidList"/>
    <dgm:cxn modelId="{C985987C-2299-4085-8452-D815E8CA0CCC}" type="presParOf" srcId="{3A384906-F326-410C-A1AF-A6BAB6F845EB}" destId="{BF518FAB-3FCA-4CB2-9507-EC6E9781199C}" srcOrd="2" destOrd="0" presId="urn:microsoft.com/office/officeart/2018/2/layout/IconVerticalSolidList"/>
    <dgm:cxn modelId="{1CA77139-3471-4783-B447-12F4500E6C93}" type="presParOf" srcId="{3A384906-F326-410C-A1AF-A6BAB6F845EB}" destId="{BEFEB296-A452-427D-BFDE-247847C45991}" srcOrd="3" destOrd="0" presId="urn:microsoft.com/office/officeart/2018/2/layout/IconVerticalSolidList"/>
    <dgm:cxn modelId="{FEB10AC3-D652-4DBB-80FB-4D406D919764}" type="presParOf" srcId="{310884E0-17CD-48C5-85A0-35E8EE367D5E}" destId="{311FB68D-3D7A-4880-8939-F1CD4F8D02D0}" srcOrd="7" destOrd="0" presId="urn:microsoft.com/office/officeart/2018/2/layout/IconVerticalSolidList"/>
    <dgm:cxn modelId="{92502B79-8566-42AB-A012-1E2CB1F9EB31}" type="presParOf" srcId="{310884E0-17CD-48C5-85A0-35E8EE367D5E}" destId="{DD404032-D1D2-4188-973F-565CE3BE4F36}" srcOrd="8" destOrd="0" presId="urn:microsoft.com/office/officeart/2018/2/layout/IconVerticalSolidList"/>
    <dgm:cxn modelId="{DB01C097-B228-4D72-9F23-9DE7B9324A4F}" type="presParOf" srcId="{DD404032-D1D2-4188-973F-565CE3BE4F36}" destId="{43EEE5E3-4A5C-4174-AD26-04D2B273EE79}" srcOrd="0" destOrd="0" presId="urn:microsoft.com/office/officeart/2018/2/layout/IconVerticalSolidList"/>
    <dgm:cxn modelId="{DE811CA8-1F0D-4B65-987E-C61796B40EFF}" type="presParOf" srcId="{DD404032-D1D2-4188-973F-565CE3BE4F36}" destId="{DDC1644B-2F53-4356-86C8-050346564550}" srcOrd="1" destOrd="0" presId="urn:microsoft.com/office/officeart/2018/2/layout/IconVerticalSolidList"/>
    <dgm:cxn modelId="{ABDC06EB-1064-47DA-8A4C-46B78688D717}" type="presParOf" srcId="{DD404032-D1D2-4188-973F-565CE3BE4F36}" destId="{D58A8942-3250-4427-B96F-675C06B389FA}" srcOrd="2" destOrd="0" presId="urn:microsoft.com/office/officeart/2018/2/layout/IconVerticalSolidList"/>
    <dgm:cxn modelId="{B20D1A5F-A2C0-4AF3-BBC5-0B88B5DC53C9}" type="presParOf" srcId="{DD404032-D1D2-4188-973F-565CE3BE4F36}" destId="{D404337E-C914-4377-B887-E4A78CABA8F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868555C-404A-476A-9BFB-8DF177D1B5DB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3A015D8-E3C1-457C-B140-55CE230F465F}">
      <dgm:prSet/>
      <dgm:spPr/>
      <dgm:t>
        <a:bodyPr/>
        <a:lstStyle/>
        <a:p>
          <a:r>
            <a:rPr lang="en-US"/>
            <a:t>Step 1: Embed - Documents turned into vectors and stored in ChromaDB.</a:t>
          </a:r>
        </a:p>
      </dgm:t>
    </dgm:pt>
    <dgm:pt modelId="{1AF17787-9F7E-49BE-836D-EBE619B6BC4D}" type="parTrans" cxnId="{F5381C7E-7DDA-4847-935C-8E9C5C29BDD8}">
      <dgm:prSet/>
      <dgm:spPr/>
      <dgm:t>
        <a:bodyPr/>
        <a:lstStyle/>
        <a:p>
          <a:endParaRPr lang="en-US"/>
        </a:p>
      </dgm:t>
    </dgm:pt>
    <dgm:pt modelId="{F965E584-3690-4E03-B5AC-DEC2C6B93284}" type="sibTrans" cxnId="{F5381C7E-7DDA-4847-935C-8E9C5C29BDD8}">
      <dgm:prSet/>
      <dgm:spPr/>
      <dgm:t>
        <a:bodyPr/>
        <a:lstStyle/>
        <a:p>
          <a:endParaRPr lang="en-US"/>
        </a:p>
      </dgm:t>
    </dgm:pt>
    <dgm:pt modelId="{D87E7EBC-9B47-441F-9204-32C28A5972C7}">
      <dgm:prSet/>
      <dgm:spPr/>
      <dgm:t>
        <a:bodyPr/>
        <a:lstStyle/>
        <a:p>
          <a:r>
            <a:rPr lang="en-US"/>
            <a:t>Step 2: Search - Query pulls the most relevant 'chunks' of text.</a:t>
          </a:r>
        </a:p>
      </dgm:t>
    </dgm:pt>
    <dgm:pt modelId="{600AF4DB-2321-4AA6-9603-51281139D7CD}" type="parTrans" cxnId="{1B953466-9A98-4F93-B56A-2937926FE8E1}">
      <dgm:prSet/>
      <dgm:spPr/>
      <dgm:t>
        <a:bodyPr/>
        <a:lstStyle/>
        <a:p>
          <a:endParaRPr lang="en-US"/>
        </a:p>
      </dgm:t>
    </dgm:pt>
    <dgm:pt modelId="{5D4649D4-3D23-4F0B-B820-F6F59FF24C3E}" type="sibTrans" cxnId="{1B953466-9A98-4F93-B56A-2937926FE8E1}">
      <dgm:prSet/>
      <dgm:spPr/>
      <dgm:t>
        <a:bodyPr/>
        <a:lstStyle/>
        <a:p>
          <a:endParaRPr lang="en-US"/>
        </a:p>
      </dgm:t>
    </dgm:pt>
    <dgm:pt modelId="{C8EA3F62-8402-4351-AEE7-9ABC29D63417}">
      <dgm:prSet/>
      <dgm:spPr/>
      <dgm:t>
        <a:bodyPr/>
        <a:lstStyle/>
        <a:p>
          <a:r>
            <a:rPr lang="en-US"/>
            <a:t>Step 3: Answer - Ollama (Mistral) reads chunks and answers locally.</a:t>
          </a:r>
        </a:p>
      </dgm:t>
    </dgm:pt>
    <dgm:pt modelId="{6C904FB8-39E3-48DC-9A92-CF22B298C999}" type="parTrans" cxnId="{01FF9EEC-6829-47A6-8BC1-B47DC59DDF8E}">
      <dgm:prSet/>
      <dgm:spPr/>
      <dgm:t>
        <a:bodyPr/>
        <a:lstStyle/>
        <a:p>
          <a:endParaRPr lang="en-US"/>
        </a:p>
      </dgm:t>
    </dgm:pt>
    <dgm:pt modelId="{E7FD9591-D300-4A03-97FC-10C814666FD0}" type="sibTrans" cxnId="{01FF9EEC-6829-47A6-8BC1-B47DC59DDF8E}">
      <dgm:prSet/>
      <dgm:spPr/>
      <dgm:t>
        <a:bodyPr/>
        <a:lstStyle/>
        <a:p>
          <a:endParaRPr lang="en-US"/>
        </a:p>
      </dgm:t>
    </dgm:pt>
    <dgm:pt modelId="{817C9AA3-144E-4A0C-83D2-9055AE4984DA}" type="pres">
      <dgm:prSet presAssocID="{C868555C-404A-476A-9BFB-8DF177D1B5DB}" presName="Name0" presStyleCnt="0">
        <dgm:presLayoutVars>
          <dgm:dir/>
          <dgm:resizeHandles val="exact"/>
        </dgm:presLayoutVars>
      </dgm:prSet>
      <dgm:spPr/>
    </dgm:pt>
    <dgm:pt modelId="{0BB06EA9-39CC-45F0-B9C6-B9C42A7140B2}" type="pres">
      <dgm:prSet presAssocID="{E3A015D8-E3C1-457C-B140-55CE230F465F}" presName="node" presStyleLbl="node1" presStyleIdx="0" presStyleCnt="3">
        <dgm:presLayoutVars>
          <dgm:bulletEnabled val="1"/>
        </dgm:presLayoutVars>
      </dgm:prSet>
      <dgm:spPr/>
    </dgm:pt>
    <dgm:pt modelId="{26AD94C6-472B-40B4-8D96-45A895E0834F}" type="pres">
      <dgm:prSet presAssocID="{F965E584-3690-4E03-B5AC-DEC2C6B93284}" presName="sibTrans" presStyleLbl="sibTrans1D1" presStyleIdx="0" presStyleCnt="2"/>
      <dgm:spPr/>
    </dgm:pt>
    <dgm:pt modelId="{554EC0D1-D78C-42BC-A66D-2E1BB42B5EF2}" type="pres">
      <dgm:prSet presAssocID="{F965E584-3690-4E03-B5AC-DEC2C6B93284}" presName="connectorText" presStyleLbl="sibTrans1D1" presStyleIdx="0" presStyleCnt="2"/>
      <dgm:spPr/>
    </dgm:pt>
    <dgm:pt modelId="{AA7464F8-7CCD-4B8A-A2FD-FEF71E3AFFD2}" type="pres">
      <dgm:prSet presAssocID="{D87E7EBC-9B47-441F-9204-32C28A5972C7}" presName="node" presStyleLbl="node1" presStyleIdx="1" presStyleCnt="3">
        <dgm:presLayoutVars>
          <dgm:bulletEnabled val="1"/>
        </dgm:presLayoutVars>
      </dgm:prSet>
      <dgm:spPr/>
    </dgm:pt>
    <dgm:pt modelId="{9F975132-B4E0-4189-9D10-F3E38D5E527C}" type="pres">
      <dgm:prSet presAssocID="{5D4649D4-3D23-4F0B-B820-F6F59FF24C3E}" presName="sibTrans" presStyleLbl="sibTrans1D1" presStyleIdx="1" presStyleCnt="2"/>
      <dgm:spPr/>
    </dgm:pt>
    <dgm:pt modelId="{EBA1BBEA-F096-4C77-8DEF-59FF9E271CCF}" type="pres">
      <dgm:prSet presAssocID="{5D4649D4-3D23-4F0B-B820-F6F59FF24C3E}" presName="connectorText" presStyleLbl="sibTrans1D1" presStyleIdx="1" presStyleCnt="2"/>
      <dgm:spPr/>
    </dgm:pt>
    <dgm:pt modelId="{FE699AB3-446B-4BDF-AF0B-AC21D129D040}" type="pres">
      <dgm:prSet presAssocID="{C8EA3F62-8402-4351-AEE7-9ABC29D63417}" presName="node" presStyleLbl="node1" presStyleIdx="2" presStyleCnt="3">
        <dgm:presLayoutVars>
          <dgm:bulletEnabled val="1"/>
        </dgm:presLayoutVars>
      </dgm:prSet>
      <dgm:spPr/>
    </dgm:pt>
  </dgm:ptLst>
  <dgm:cxnLst>
    <dgm:cxn modelId="{BBCB930E-1E2A-4D32-ABCA-77730473E924}" type="presOf" srcId="{5D4649D4-3D23-4F0B-B820-F6F59FF24C3E}" destId="{9F975132-B4E0-4189-9D10-F3E38D5E527C}" srcOrd="0" destOrd="0" presId="urn:microsoft.com/office/officeart/2016/7/layout/RepeatingBendingProcessNew"/>
    <dgm:cxn modelId="{9679FB20-591C-4CA2-9563-0BB7114F2B3E}" type="presOf" srcId="{C8EA3F62-8402-4351-AEE7-9ABC29D63417}" destId="{FE699AB3-446B-4BDF-AF0B-AC21D129D040}" srcOrd="0" destOrd="0" presId="urn:microsoft.com/office/officeart/2016/7/layout/RepeatingBendingProcessNew"/>
    <dgm:cxn modelId="{D573BA42-F43B-45BE-95C2-F758A1DB85DE}" type="presOf" srcId="{D87E7EBC-9B47-441F-9204-32C28A5972C7}" destId="{AA7464F8-7CCD-4B8A-A2FD-FEF71E3AFFD2}" srcOrd="0" destOrd="0" presId="urn:microsoft.com/office/officeart/2016/7/layout/RepeatingBendingProcessNew"/>
    <dgm:cxn modelId="{1B953466-9A98-4F93-B56A-2937926FE8E1}" srcId="{C868555C-404A-476A-9BFB-8DF177D1B5DB}" destId="{D87E7EBC-9B47-441F-9204-32C28A5972C7}" srcOrd="1" destOrd="0" parTransId="{600AF4DB-2321-4AA6-9603-51281139D7CD}" sibTransId="{5D4649D4-3D23-4F0B-B820-F6F59FF24C3E}"/>
    <dgm:cxn modelId="{6173AF78-7901-42CA-94FE-B6CB78194C64}" type="presOf" srcId="{C868555C-404A-476A-9BFB-8DF177D1B5DB}" destId="{817C9AA3-144E-4A0C-83D2-9055AE4984DA}" srcOrd="0" destOrd="0" presId="urn:microsoft.com/office/officeart/2016/7/layout/RepeatingBendingProcessNew"/>
    <dgm:cxn modelId="{F5381C7E-7DDA-4847-935C-8E9C5C29BDD8}" srcId="{C868555C-404A-476A-9BFB-8DF177D1B5DB}" destId="{E3A015D8-E3C1-457C-B140-55CE230F465F}" srcOrd="0" destOrd="0" parTransId="{1AF17787-9F7E-49BE-836D-EBE619B6BC4D}" sibTransId="{F965E584-3690-4E03-B5AC-DEC2C6B93284}"/>
    <dgm:cxn modelId="{BD11B8AE-242A-4AD8-9BE5-C6D71F2E0F23}" type="presOf" srcId="{E3A015D8-E3C1-457C-B140-55CE230F465F}" destId="{0BB06EA9-39CC-45F0-B9C6-B9C42A7140B2}" srcOrd="0" destOrd="0" presId="urn:microsoft.com/office/officeart/2016/7/layout/RepeatingBendingProcessNew"/>
    <dgm:cxn modelId="{D64709C7-8067-45F1-8797-EF94C0241625}" type="presOf" srcId="{F965E584-3690-4E03-B5AC-DEC2C6B93284}" destId="{554EC0D1-D78C-42BC-A66D-2E1BB42B5EF2}" srcOrd="1" destOrd="0" presId="urn:microsoft.com/office/officeart/2016/7/layout/RepeatingBendingProcessNew"/>
    <dgm:cxn modelId="{082F8BC8-3159-4A73-96A6-802D3E3314E8}" type="presOf" srcId="{5D4649D4-3D23-4F0B-B820-F6F59FF24C3E}" destId="{EBA1BBEA-F096-4C77-8DEF-59FF9E271CCF}" srcOrd="1" destOrd="0" presId="urn:microsoft.com/office/officeart/2016/7/layout/RepeatingBendingProcessNew"/>
    <dgm:cxn modelId="{01FF9EEC-6829-47A6-8BC1-B47DC59DDF8E}" srcId="{C868555C-404A-476A-9BFB-8DF177D1B5DB}" destId="{C8EA3F62-8402-4351-AEE7-9ABC29D63417}" srcOrd="2" destOrd="0" parTransId="{6C904FB8-39E3-48DC-9A92-CF22B298C999}" sibTransId="{E7FD9591-D300-4A03-97FC-10C814666FD0}"/>
    <dgm:cxn modelId="{08227BED-E88D-4ADD-AE62-B2F9A8F684A7}" type="presOf" srcId="{F965E584-3690-4E03-B5AC-DEC2C6B93284}" destId="{26AD94C6-472B-40B4-8D96-45A895E0834F}" srcOrd="0" destOrd="0" presId="urn:microsoft.com/office/officeart/2016/7/layout/RepeatingBendingProcessNew"/>
    <dgm:cxn modelId="{23EED241-AFCC-4C0E-878B-7E9DC80A534D}" type="presParOf" srcId="{817C9AA3-144E-4A0C-83D2-9055AE4984DA}" destId="{0BB06EA9-39CC-45F0-B9C6-B9C42A7140B2}" srcOrd="0" destOrd="0" presId="urn:microsoft.com/office/officeart/2016/7/layout/RepeatingBendingProcessNew"/>
    <dgm:cxn modelId="{5F4D4F52-99DC-4EAF-B901-4685BCACF354}" type="presParOf" srcId="{817C9AA3-144E-4A0C-83D2-9055AE4984DA}" destId="{26AD94C6-472B-40B4-8D96-45A895E0834F}" srcOrd="1" destOrd="0" presId="urn:microsoft.com/office/officeart/2016/7/layout/RepeatingBendingProcessNew"/>
    <dgm:cxn modelId="{0E79BD7F-4204-41E1-878E-3360EAFF71FF}" type="presParOf" srcId="{26AD94C6-472B-40B4-8D96-45A895E0834F}" destId="{554EC0D1-D78C-42BC-A66D-2E1BB42B5EF2}" srcOrd="0" destOrd="0" presId="urn:microsoft.com/office/officeart/2016/7/layout/RepeatingBendingProcessNew"/>
    <dgm:cxn modelId="{97BCF379-2AA6-4913-A4BE-48DD08AC59E1}" type="presParOf" srcId="{817C9AA3-144E-4A0C-83D2-9055AE4984DA}" destId="{AA7464F8-7CCD-4B8A-A2FD-FEF71E3AFFD2}" srcOrd="2" destOrd="0" presId="urn:microsoft.com/office/officeart/2016/7/layout/RepeatingBendingProcessNew"/>
    <dgm:cxn modelId="{663226BF-7986-46B1-B4DF-35B8394389EC}" type="presParOf" srcId="{817C9AA3-144E-4A0C-83D2-9055AE4984DA}" destId="{9F975132-B4E0-4189-9D10-F3E38D5E527C}" srcOrd="3" destOrd="0" presId="urn:microsoft.com/office/officeart/2016/7/layout/RepeatingBendingProcessNew"/>
    <dgm:cxn modelId="{64A9FCE7-925F-4C37-89F7-FE073684FC3D}" type="presParOf" srcId="{9F975132-B4E0-4189-9D10-F3E38D5E527C}" destId="{EBA1BBEA-F096-4C77-8DEF-59FF9E271CCF}" srcOrd="0" destOrd="0" presId="urn:microsoft.com/office/officeart/2016/7/layout/RepeatingBendingProcessNew"/>
    <dgm:cxn modelId="{00EA56AC-4942-4DF2-B04F-D98DB6DAFFD1}" type="presParOf" srcId="{817C9AA3-144E-4A0C-83D2-9055AE4984DA}" destId="{FE699AB3-446B-4BDF-AF0B-AC21D129D040}" srcOrd="4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DDEA77E-B246-4D85-A835-874DFB2F3C4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56B6FF9-BCBA-48DF-9ADD-1E8D8F6B891E}">
      <dgm:prSet/>
      <dgm:spPr/>
      <dgm:t>
        <a:bodyPr/>
        <a:lstStyle/>
        <a:p>
          <a:r>
            <a:rPr lang="en-US"/>
            <a:t>Professional Document Intelligence Hub</a:t>
          </a:r>
        </a:p>
      </dgm:t>
    </dgm:pt>
    <dgm:pt modelId="{C3574AFD-A6F9-4EC1-9094-358A849F6AD9}" type="parTrans" cxnId="{40E9580D-1ED4-4298-B92E-F9B2DFD621EA}">
      <dgm:prSet/>
      <dgm:spPr/>
      <dgm:t>
        <a:bodyPr/>
        <a:lstStyle/>
        <a:p>
          <a:endParaRPr lang="en-US"/>
        </a:p>
      </dgm:t>
    </dgm:pt>
    <dgm:pt modelId="{2AB4795E-ED24-4EB4-AB82-497618E35CE0}" type="sibTrans" cxnId="{40E9580D-1ED4-4298-B92E-F9B2DFD621EA}">
      <dgm:prSet/>
      <dgm:spPr/>
      <dgm:t>
        <a:bodyPr/>
        <a:lstStyle/>
        <a:p>
          <a:endParaRPr lang="en-US"/>
        </a:p>
      </dgm:t>
    </dgm:pt>
    <dgm:pt modelId="{37ED377A-0905-4213-A615-41B451CBE710}">
      <dgm:prSet/>
      <dgm:spPr/>
      <dgm:t>
        <a:bodyPr/>
        <a:lstStyle/>
        <a:p>
          <a:r>
            <a:rPr lang="en-US"/>
            <a:t>Semantic Chat: Natural conversation with your library.</a:t>
          </a:r>
        </a:p>
      </dgm:t>
    </dgm:pt>
    <dgm:pt modelId="{8D12FF21-CA99-49B0-B660-0C66CAF7198B}" type="parTrans" cxnId="{2FCC7A5D-7806-48A5-B7D9-B39D37EF47B8}">
      <dgm:prSet/>
      <dgm:spPr/>
      <dgm:t>
        <a:bodyPr/>
        <a:lstStyle/>
        <a:p>
          <a:endParaRPr lang="en-US"/>
        </a:p>
      </dgm:t>
    </dgm:pt>
    <dgm:pt modelId="{6A6AEA35-CC6F-414D-B001-5BE7853ED089}" type="sibTrans" cxnId="{2FCC7A5D-7806-48A5-B7D9-B39D37EF47B8}">
      <dgm:prSet/>
      <dgm:spPr/>
      <dgm:t>
        <a:bodyPr/>
        <a:lstStyle/>
        <a:p>
          <a:endParaRPr lang="en-US"/>
        </a:p>
      </dgm:t>
    </dgm:pt>
    <dgm:pt modelId="{0EBEC038-7FC4-4BBC-A482-5650C80FB6E4}">
      <dgm:prSet/>
      <dgm:spPr/>
      <dgm:t>
        <a:bodyPr/>
        <a:lstStyle/>
        <a:p>
          <a:r>
            <a:rPr lang="en-US"/>
            <a:t>Smart Auditor: Automated compliance checking.</a:t>
          </a:r>
        </a:p>
      </dgm:t>
    </dgm:pt>
    <dgm:pt modelId="{6F4A7F96-CC18-46F9-959D-0C2B1D35349E}" type="parTrans" cxnId="{35F432EF-DB76-42D9-BA6E-5C4B1E630737}">
      <dgm:prSet/>
      <dgm:spPr/>
      <dgm:t>
        <a:bodyPr/>
        <a:lstStyle/>
        <a:p>
          <a:endParaRPr lang="en-US"/>
        </a:p>
      </dgm:t>
    </dgm:pt>
    <dgm:pt modelId="{DA5A6993-A67C-44DB-9C99-EB350FE8AA7D}" type="sibTrans" cxnId="{35F432EF-DB76-42D9-BA6E-5C4B1E630737}">
      <dgm:prSet/>
      <dgm:spPr/>
      <dgm:t>
        <a:bodyPr/>
        <a:lstStyle/>
        <a:p>
          <a:endParaRPr lang="en-US"/>
        </a:p>
      </dgm:t>
    </dgm:pt>
    <dgm:pt modelId="{16F2DED6-B159-43C3-99A9-9EE4CA5F842F}">
      <dgm:prSet/>
      <dgm:spPr/>
      <dgm:t>
        <a:bodyPr/>
        <a:lstStyle/>
        <a:p>
          <a:r>
            <a:rPr lang="en-US"/>
            <a:t>Local Core: 100% private, no cloud required.</a:t>
          </a:r>
        </a:p>
      </dgm:t>
    </dgm:pt>
    <dgm:pt modelId="{A0EC640F-7B91-444D-8D61-A44842D571F4}" type="parTrans" cxnId="{2CD7DD89-C29B-4F14-BF8F-8341D27CC4A9}">
      <dgm:prSet/>
      <dgm:spPr/>
      <dgm:t>
        <a:bodyPr/>
        <a:lstStyle/>
        <a:p>
          <a:endParaRPr lang="en-US"/>
        </a:p>
      </dgm:t>
    </dgm:pt>
    <dgm:pt modelId="{A5F88723-B612-4C4A-8971-F1BCD1CD78E8}" type="sibTrans" cxnId="{2CD7DD89-C29B-4F14-BF8F-8341D27CC4A9}">
      <dgm:prSet/>
      <dgm:spPr/>
      <dgm:t>
        <a:bodyPr/>
        <a:lstStyle/>
        <a:p>
          <a:endParaRPr lang="en-US"/>
        </a:p>
      </dgm:t>
    </dgm:pt>
    <dgm:pt modelId="{13818284-4564-4D00-92D3-EC6DD2721BEA}" type="pres">
      <dgm:prSet presAssocID="{CDDEA77E-B246-4D85-A835-874DFB2F3C44}" presName="root" presStyleCnt="0">
        <dgm:presLayoutVars>
          <dgm:dir/>
          <dgm:resizeHandles val="exact"/>
        </dgm:presLayoutVars>
      </dgm:prSet>
      <dgm:spPr/>
    </dgm:pt>
    <dgm:pt modelId="{B6F66236-96EE-4FAA-8E3D-5C1B2B5F558F}" type="pres">
      <dgm:prSet presAssocID="{756B6FF9-BCBA-48DF-9ADD-1E8D8F6B891E}" presName="compNode" presStyleCnt="0"/>
      <dgm:spPr/>
    </dgm:pt>
    <dgm:pt modelId="{9FE86489-BBCC-4188-9B88-2B1A0EC93C93}" type="pres">
      <dgm:prSet presAssocID="{756B6FF9-BCBA-48DF-9ADD-1E8D8F6B891E}" presName="bgRect" presStyleLbl="bgShp" presStyleIdx="0" presStyleCnt="4"/>
      <dgm:spPr/>
    </dgm:pt>
    <dgm:pt modelId="{9CDCB108-BF1B-4D64-BFA1-B3D06A3482EC}" type="pres">
      <dgm:prSet presAssocID="{756B6FF9-BCBA-48DF-9ADD-1E8D8F6B891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CF517318-DE32-45FC-83B9-D9AD9F8A294F}" type="pres">
      <dgm:prSet presAssocID="{756B6FF9-BCBA-48DF-9ADD-1E8D8F6B891E}" presName="spaceRect" presStyleCnt="0"/>
      <dgm:spPr/>
    </dgm:pt>
    <dgm:pt modelId="{8727AD61-8D1D-459A-80EE-53C1F226C340}" type="pres">
      <dgm:prSet presAssocID="{756B6FF9-BCBA-48DF-9ADD-1E8D8F6B891E}" presName="parTx" presStyleLbl="revTx" presStyleIdx="0" presStyleCnt="4">
        <dgm:presLayoutVars>
          <dgm:chMax val="0"/>
          <dgm:chPref val="0"/>
        </dgm:presLayoutVars>
      </dgm:prSet>
      <dgm:spPr/>
    </dgm:pt>
    <dgm:pt modelId="{69410E45-BC71-4515-8178-E76DA5A0CF29}" type="pres">
      <dgm:prSet presAssocID="{2AB4795E-ED24-4EB4-AB82-497618E35CE0}" presName="sibTrans" presStyleCnt="0"/>
      <dgm:spPr/>
    </dgm:pt>
    <dgm:pt modelId="{7F6CE55A-EA66-4F28-8C8D-EBD24F4A65FF}" type="pres">
      <dgm:prSet presAssocID="{37ED377A-0905-4213-A615-41B451CBE710}" presName="compNode" presStyleCnt="0"/>
      <dgm:spPr/>
    </dgm:pt>
    <dgm:pt modelId="{9CB6E835-E5D6-4BBC-9D26-73BFC4B33372}" type="pres">
      <dgm:prSet presAssocID="{37ED377A-0905-4213-A615-41B451CBE710}" presName="bgRect" presStyleLbl="bgShp" presStyleIdx="1" presStyleCnt="4"/>
      <dgm:spPr/>
    </dgm:pt>
    <dgm:pt modelId="{459FDFB4-A01B-4A8A-8D54-FB7558446E8F}" type="pres">
      <dgm:prSet presAssocID="{37ED377A-0905-4213-A615-41B451CBE71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eech"/>
        </a:ext>
      </dgm:extLst>
    </dgm:pt>
    <dgm:pt modelId="{7D6C247B-EB81-4A88-883F-A5F137E60FDE}" type="pres">
      <dgm:prSet presAssocID="{37ED377A-0905-4213-A615-41B451CBE710}" presName="spaceRect" presStyleCnt="0"/>
      <dgm:spPr/>
    </dgm:pt>
    <dgm:pt modelId="{F93E2D8F-034D-495A-9110-71D687466D64}" type="pres">
      <dgm:prSet presAssocID="{37ED377A-0905-4213-A615-41B451CBE710}" presName="parTx" presStyleLbl="revTx" presStyleIdx="1" presStyleCnt="4">
        <dgm:presLayoutVars>
          <dgm:chMax val="0"/>
          <dgm:chPref val="0"/>
        </dgm:presLayoutVars>
      </dgm:prSet>
      <dgm:spPr/>
    </dgm:pt>
    <dgm:pt modelId="{5BFA2473-8EAD-47D9-B9C5-B811FF23C5FC}" type="pres">
      <dgm:prSet presAssocID="{6A6AEA35-CC6F-414D-B001-5BE7853ED089}" presName="sibTrans" presStyleCnt="0"/>
      <dgm:spPr/>
    </dgm:pt>
    <dgm:pt modelId="{D71BF882-19EB-4E97-B98F-A14D873AB104}" type="pres">
      <dgm:prSet presAssocID="{0EBEC038-7FC4-4BBC-A482-5650C80FB6E4}" presName="compNode" presStyleCnt="0"/>
      <dgm:spPr/>
    </dgm:pt>
    <dgm:pt modelId="{4CBA621A-789D-4C83-AF67-D696326E1F53}" type="pres">
      <dgm:prSet presAssocID="{0EBEC038-7FC4-4BBC-A482-5650C80FB6E4}" presName="bgRect" presStyleLbl="bgShp" presStyleIdx="2" presStyleCnt="4"/>
      <dgm:spPr/>
    </dgm:pt>
    <dgm:pt modelId="{533BF88C-0AAA-4690-98A3-FDBEAA155D5C}" type="pres">
      <dgm:prSet presAssocID="{0EBEC038-7FC4-4BBC-A482-5650C80FB6E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E089A3A0-32A0-447E-A1A5-5714C7AB40CC}" type="pres">
      <dgm:prSet presAssocID="{0EBEC038-7FC4-4BBC-A482-5650C80FB6E4}" presName="spaceRect" presStyleCnt="0"/>
      <dgm:spPr/>
    </dgm:pt>
    <dgm:pt modelId="{57C9E6A5-CDFD-447D-8537-1C755803D24E}" type="pres">
      <dgm:prSet presAssocID="{0EBEC038-7FC4-4BBC-A482-5650C80FB6E4}" presName="parTx" presStyleLbl="revTx" presStyleIdx="2" presStyleCnt="4">
        <dgm:presLayoutVars>
          <dgm:chMax val="0"/>
          <dgm:chPref val="0"/>
        </dgm:presLayoutVars>
      </dgm:prSet>
      <dgm:spPr/>
    </dgm:pt>
    <dgm:pt modelId="{E4DF1C09-C662-48CD-9AF7-57B996B65075}" type="pres">
      <dgm:prSet presAssocID="{DA5A6993-A67C-44DB-9C99-EB350FE8AA7D}" presName="sibTrans" presStyleCnt="0"/>
      <dgm:spPr/>
    </dgm:pt>
    <dgm:pt modelId="{CEE07816-5EE0-4C79-AEFE-E1484EB82ECF}" type="pres">
      <dgm:prSet presAssocID="{16F2DED6-B159-43C3-99A9-9EE4CA5F842F}" presName="compNode" presStyleCnt="0"/>
      <dgm:spPr/>
    </dgm:pt>
    <dgm:pt modelId="{9D987702-20F4-40D8-8CDC-30294834F765}" type="pres">
      <dgm:prSet presAssocID="{16F2DED6-B159-43C3-99A9-9EE4CA5F842F}" presName="bgRect" presStyleLbl="bgShp" presStyleIdx="3" presStyleCnt="4"/>
      <dgm:spPr/>
    </dgm:pt>
    <dgm:pt modelId="{53EEFB46-B954-44CF-84F8-126627834E85}" type="pres">
      <dgm:prSet presAssocID="{16F2DED6-B159-43C3-99A9-9EE4CA5F842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1E3AD4CE-E904-401A-85D8-8D2E121DEBC5}" type="pres">
      <dgm:prSet presAssocID="{16F2DED6-B159-43C3-99A9-9EE4CA5F842F}" presName="spaceRect" presStyleCnt="0"/>
      <dgm:spPr/>
    </dgm:pt>
    <dgm:pt modelId="{23FB26A3-A266-4635-8DD0-FC1AE91B0096}" type="pres">
      <dgm:prSet presAssocID="{16F2DED6-B159-43C3-99A9-9EE4CA5F842F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40E9580D-1ED4-4298-B92E-F9B2DFD621EA}" srcId="{CDDEA77E-B246-4D85-A835-874DFB2F3C44}" destId="{756B6FF9-BCBA-48DF-9ADD-1E8D8F6B891E}" srcOrd="0" destOrd="0" parTransId="{C3574AFD-A6F9-4EC1-9094-358A849F6AD9}" sibTransId="{2AB4795E-ED24-4EB4-AB82-497618E35CE0}"/>
    <dgm:cxn modelId="{A535AD35-A7EB-4F64-AABA-6F12FBE447F6}" type="presOf" srcId="{0EBEC038-7FC4-4BBC-A482-5650C80FB6E4}" destId="{57C9E6A5-CDFD-447D-8537-1C755803D24E}" srcOrd="0" destOrd="0" presId="urn:microsoft.com/office/officeart/2018/2/layout/IconVerticalSolidList"/>
    <dgm:cxn modelId="{2FCC7A5D-7806-48A5-B7D9-B39D37EF47B8}" srcId="{CDDEA77E-B246-4D85-A835-874DFB2F3C44}" destId="{37ED377A-0905-4213-A615-41B451CBE710}" srcOrd="1" destOrd="0" parTransId="{8D12FF21-CA99-49B0-B660-0C66CAF7198B}" sibTransId="{6A6AEA35-CC6F-414D-B001-5BE7853ED089}"/>
    <dgm:cxn modelId="{2515AF66-A6B8-4576-A587-70B5E37879DC}" type="presOf" srcId="{37ED377A-0905-4213-A615-41B451CBE710}" destId="{F93E2D8F-034D-495A-9110-71D687466D64}" srcOrd="0" destOrd="0" presId="urn:microsoft.com/office/officeart/2018/2/layout/IconVerticalSolidList"/>
    <dgm:cxn modelId="{69CAE275-DD96-4C7B-BFF7-EE0320610E06}" type="presOf" srcId="{16F2DED6-B159-43C3-99A9-9EE4CA5F842F}" destId="{23FB26A3-A266-4635-8DD0-FC1AE91B0096}" srcOrd="0" destOrd="0" presId="urn:microsoft.com/office/officeart/2018/2/layout/IconVerticalSolidList"/>
    <dgm:cxn modelId="{2CD7DD89-C29B-4F14-BF8F-8341D27CC4A9}" srcId="{CDDEA77E-B246-4D85-A835-874DFB2F3C44}" destId="{16F2DED6-B159-43C3-99A9-9EE4CA5F842F}" srcOrd="3" destOrd="0" parTransId="{A0EC640F-7B91-444D-8D61-A44842D571F4}" sibTransId="{A5F88723-B612-4C4A-8971-F1BCD1CD78E8}"/>
    <dgm:cxn modelId="{F134C1B2-02A7-4BE1-9E85-A9100BC13060}" type="presOf" srcId="{756B6FF9-BCBA-48DF-9ADD-1E8D8F6B891E}" destId="{8727AD61-8D1D-459A-80EE-53C1F226C340}" srcOrd="0" destOrd="0" presId="urn:microsoft.com/office/officeart/2018/2/layout/IconVerticalSolidList"/>
    <dgm:cxn modelId="{35F432EF-DB76-42D9-BA6E-5C4B1E630737}" srcId="{CDDEA77E-B246-4D85-A835-874DFB2F3C44}" destId="{0EBEC038-7FC4-4BBC-A482-5650C80FB6E4}" srcOrd="2" destOrd="0" parTransId="{6F4A7F96-CC18-46F9-959D-0C2B1D35349E}" sibTransId="{DA5A6993-A67C-44DB-9C99-EB350FE8AA7D}"/>
    <dgm:cxn modelId="{9A38D7FF-B9C8-49D1-B060-D776CAFCF4E9}" type="presOf" srcId="{CDDEA77E-B246-4D85-A835-874DFB2F3C44}" destId="{13818284-4564-4D00-92D3-EC6DD2721BEA}" srcOrd="0" destOrd="0" presId="urn:microsoft.com/office/officeart/2018/2/layout/IconVerticalSolidList"/>
    <dgm:cxn modelId="{8AD546B3-23D3-4CF9-8A30-A5988E4C1BE2}" type="presParOf" srcId="{13818284-4564-4D00-92D3-EC6DD2721BEA}" destId="{B6F66236-96EE-4FAA-8E3D-5C1B2B5F558F}" srcOrd="0" destOrd="0" presId="urn:microsoft.com/office/officeart/2018/2/layout/IconVerticalSolidList"/>
    <dgm:cxn modelId="{44F30A5F-9622-4CB9-836B-81F82F915D10}" type="presParOf" srcId="{B6F66236-96EE-4FAA-8E3D-5C1B2B5F558F}" destId="{9FE86489-BBCC-4188-9B88-2B1A0EC93C93}" srcOrd="0" destOrd="0" presId="urn:microsoft.com/office/officeart/2018/2/layout/IconVerticalSolidList"/>
    <dgm:cxn modelId="{13A6576D-45BA-46B7-AB91-F79D8101F367}" type="presParOf" srcId="{B6F66236-96EE-4FAA-8E3D-5C1B2B5F558F}" destId="{9CDCB108-BF1B-4D64-BFA1-B3D06A3482EC}" srcOrd="1" destOrd="0" presId="urn:microsoft.com/office/officeart/2018/2/layout/IconVerticalSolidList"/>
    <dgm:cxn modelId="{F4FF89AE-0611-4EDA-A533-06C77921D7C3}" type="presParOf" srcId="{B6F66236-96EE-4FAA-8E3D-5C1B2B5F558F}" destId="{CF517318-DE32-45FC-83B9-D9AD9F8A294F}" srcOrd="2" destOrd="0" presId="urn:microsoft.com/office/officeart/2018/2/layout/IconVerticalSolidList"/>
    <dgm:cxn modelId="{11566657-C51B-4BF2-B888-AB78A7A2B057}" type="presParOf" srcId="{B6F66236-96EE-4FAA-8E3D-5C1B2B5F558F}" destId="{8727AD61-8D1D-459A-80EE-53C1F226C340}" srcOrd="3" destOrd="0" presId="urn:microsoft.com/office/officeart/2018/2/layout/IconVerticalSolidList"/>
    <dgm:cxn modelId="{733A2491-D2F9-479B-A9C8-13E4EE62E62A}" type="presParOf" srcId="{13818284-4564-4D00-92D3-EC6DD2721BEA}" destId="{69410E45-BC71-4515-8178-E76DA5A0CF29}" srcOrd="1" destOrd="0" presId="urn:microsoft.com/office/officeart/2018/2/layout/IconVerticalSolidList"/>
    <dgm:cxn modelId="{BCDC7A97-0770-4718-A76F-11FEF336C825}" type="presParOf" srcId="{13818284-4564-4D00-92D3-EC6DD2721BEA}" destId="{7F6CE55A-EA66-4F28-8C8D-EBD24F4A65FF}" srcOrd="2" destOrd="0" presId="urn:microsoft.com/office/officeart/2018/2/layout/IconVerticalSolidList"/>
    <dgm:cxn modelId="{4BECF2E0-904F-4E8B-8621-E77300EB2978}" type="presParOf" srcId="{7F6CE55A-EA66-4F28-8C8D-EBD24F4A65FF}" destId="{9CB6E835-E5D6-4BBC-9D26-73BFC4B33372}" srcOrd="0" destOrd="0" presId="urn:microsoft.com/office/officeart/2018/2/layout/IconVerticalSolidList"/>
    <dgm:cxn modelId="{B35C23DE-D4EC-4993-8AC6-4FD23C770808}" type="presParOf" srcId="{7F6CE55A-EA66-4F28-8C8D-EBD24F4A65FF}" destId="{459FDFB4-A01B-4A8A-8D54-FB7558446E8F}" srcOrd="1" destOrd="0" presId="urn:microsoft.com/office/officeart/2018/2/layout/IconVerticalSolidList"/>
    <dgm:cxn modelId="{6E40F05D-D668-44EB-B8E7-E5DBE84DA1C1}" type="presParOf" srcId="{7F6CE55A-EA66-4F28-8C8D-EBD24F4A65FF}" destId="{7D6C247B-EB81-4A88-883F-A5F137E60FDE}" srcOrd="2" destOrd="0" presId="urn:microsoft.com/office/officeart/2018/2/layout/IconVerticalSolidList"/>
    <dgm:cxn modelId="{E372E391-F3FC-41B2-8205-22B0892425BA}" type="presParOf" srcId="{7F6CE55A-EA66-4F28-8C8D-EBD24F4A65FF}" destId="{F93E2D8F-034D-495A-9110-71D687466D64}" srcOrd="3" destOrd="0" presId="urn:microsoft.com/office/officeart/2018/2/layout/IconVerticalSolidList"/>
    <dgm:cxn modelId="{994F3A6E-F742-489C-98DB-B5FEBC86CAC3}" type="presParOf" srcId="{13818284-4564-4D00-92D3-EC6DD2721BEA}" destId="{5BFA2473-8EAD-47D9-B9C5-B811FF23C5FC}" srcOrd="3" destOrd="0" presId="urn:microsoft.com/office/officeart/2018/2/layout/IconVerticalSolidList"/>
    <dgm:cxn modelId="{0E04CEB0-8282-417A-A855-E52EBD3E294B}" type="presParOf" srcId="{13818284-4564-4D00-92D3-EC6DD2721BEA}" destId="{D71BF882-19EB-4E97-B98F-A14D873AB104}" srcOrd="4" destOrd="0" presId="urn:microsoft.com/office/officeart/2018/2/layout/IconVerticalSolidList"/>
    <dgm:cxn modelId="{750BD0D2-A5F2-4670-9E97-4CCD4EB2216D}" type="presParOf" srcId="{D71BF882-19EB-4E97-B98F-A14D873AB104}" destId="{4CBA621A-789D-4C83-AF67-D696326E1F53}" srcOrd="0" destOrd="0" presId="urn:microsoft.com/office/officeart/2018/2/layout/IconVerticalSolidList"/>
    <dgm:cxn modelId="{0CA3FDF8-0466-452C-B339-D346C22F15F4}" type="presParOf" srcId="{D71BF882-19EB-4E97-B98F-A14D873AB104}" destId="{533BF88C-0AAA-4690-98A3-FDBEAA155D5C}" srcOrd="1" destOrd="0" presId="urn:microsoft.com/office/officeart/2018/2/layout/IconVerticalSolidList"/>
    <dgm:cxn modelId="{C375B234-77FD-4F1B-B3DF-CBDCDF052668}" type="presParOf" srcId="{D71BF882-19EB-4E97-B98F-A14D873AB104}" destId="{E089A3A0-32A0-447E-A1A5-5714C7AB40CC}" srcOrd="2" destOrd="0" presId="urn:microsoft.com/office/officeart/2018/2/layout/IconVerticalSolidList"/>
    <dgm:cxn modelId="{DF0915EB-D45D-4889-974E-A8781BDAC71C}" type="presParOf" srcId="{D71BF882-19EB-4E97-B98F-A14D873AB104}" destId="{57C9E6A5-CDFD-447D-8537-1C755803D24E}" srcOrd="3" destOrd="0" presId="urn:microsoft.com/office/officeart/2018/2/layout/IconVerticalSolidList"/>
    <dgm:cxn modelId="{66A35D93-32FA-44B2-9945-09D592D6D4DB}" type="presParOf" srcId="{13818284-4564-4D00-92D3-EC6DD2721BEA}" destId="{E4DF1C09-C662-48CD-9AF7-57B996B65075}" srcOrd="5" destOrd="0" presId="urn:microsoft.com/office/officeart/2018/2/layout/IconVerticalSolidList"/>
    <dgm:cxn modelId="{009FC596-BD1B-4A98-B473-76F1561369A9}" type="presParOf" srcId="{13818284-4564-4D00-92D3-EC6DD2721BEA}" destId="{CEE07816-5EE0-4C79-AEFE-E1484EB82ECF}" srcOrd="6" destOrd="0" presId="urn:microsoft.com/office/officeart/2018/2/layout/IconVerticalSolidList"/>
    <dgm:cxn modelId="{3B73662C-955F-4317-A63A-FA6D5BCE1C60}" type="presParOf" srcId="{CEE07816-5EE0-4C79-AEFE-E1484EB82ECF}" destId="{9D987702-20F4-40D8-8CDC-30294834F765}" srcOrd="0" destOrd="0" presId="urn:microsoft.com/office/officeart/2018/2/layout/IconVerticalSolidList"/>
    <dgm:cxn modelId="{77FAB2AE-2917-4B44-AC80-15B0A30797D9}" type="presParOf" srcId="{CEE07816-5EE0-4C79-AEFE-E1484EB82ECF}" destId="{53EEFB46-B954-44CF-84F8-126627834E85}" srcOrd="1" destOrd="0" presId="urn:microsoft.com/office/officeart/2018/2/layout/IconVerticalSolidList"/>
    <dgm:cxn modelId="{EA684525-0DC7-436B-BCAD-57A4445323CE}" type="presParOf" srcId="{CEE07816-5EE0-4C79-AEFE-E1484EB82ECF}" destId="{1E3AD4CE-E904-401A-85D8-8D2E121DEBC5}" srcOrd="2" destOrd="0" presId="urn:microsoft.com/office/officeart/2018/2/layout/IconVerticalSolidList"/>
    <dgm:cxn modelId="{3EFB88DE-D467-498A-828D-AF7C05851D83}" type="presParOf" srcId="{CEE07816-5EE0-4C79-AEFE-E1484EB82ECF}" destId="{23FB26A3-A266-4635-8DD0-FC1AE91B009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77A613F-98B6-4406-B330-C553A221958F}" type="doc">
      <dgm:prSet loTypeId="urn:microsoft.com/office/officeart/2016/7/layout/VerticalSolidAction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D6A2347-F322-4B27-A131-8C866767F118}">
      <dgm:prSet/>
      <dgm:spPr/>
      <dgm:t>
        <a:bodyPr/>
        <a:lstStyle/>
        <a:p>
          <a:r>
            <a:rPr lang="en-US"/>
            <a:t>Index</a:t>
          </a:r>
        </a:p>
      </dgm:t>
    </dgm:pt>
    <dgm:pt modelId="{96A30AA9-0231-461E-84EA-2315A0CB03F8}" type="parTrans" cxnId="{03A05129-1234-451F-BE9C-3C6A7F3EB124}">
      <dgm:prSet/>
      <dgm:spPr/>
      <dgm:t>
        <a:bodyPr/>
        <a:lstStyle/>
        <a:p>
          <a:endParaRPr lang="en-US"/>
        </a:p>
      </dgm:t>
    </dgm:pt>
    <dgm:pt modelId="{C5E40858-1EF3-45C0-9C64-D24743453B9A}" type="sibTrans" cxnId="{03A05129-1234-451F-BE9C-3C6A7F3EB124}">
      <dgm:prSet/>
      <dgm:spPr/>
      <dgm:t>
        <a:bodyPr/>
        <a:lstStyle/>
        <a:p>
          <a:endParaRPr lang="en-US"/>
        </a:p>
      </dgm:t>
    </dgm:pt>
    <dgm:pt modelId="{12FBBCCF-97A1-409E-8B63-E04B297C00AC}">
      <dgm:prSet/>
      <dgm:spPr/>
      <dgm:t>
        <a:bodyPr/>
        <a:lstStyle/>
        <a:p>
          <a:r>
            <a:rPr lang="en-US"/>
            <a:t>Index Standard: Upload your 'Golden Source' (Approved terms).</a:t>
          </a:r>
        </a:p>
      </dgm:t>
    </dgm:pt>
    <dgm:pt modelId="{2B6D595D-E690-4211-87A6-A93CE2B8906B}" type="parTrans" cxnId="{4CC7FE7D-3491-47EB-9BD9-0F89F6CDCE02}">
      <dgm:prSet/>
      <dgm:spPr/>
      <dgm:t>
        <a:bodyPr/>
        <a:lstStyle/>
        <a:p>
          <a:endParaRPr lang="en-US"/>
        </a:p>
      </dgm:t>
    </dgm:pt>
    <dgm:pt modelId="{9A57BCC3-7DAA-4A61-87F7-15635045E25A}" type="sibTrans" cxnId="{4CC7FE7D-3491-47EB-9BD9-0F89F6CDCE02}">
      <dgm:prSet/>
      <dgm:spPr/>
      <dgm:t>
        <a:bodyPr/>
        <a:lstStyle/>
        <a:p>
          <a:endParaRPr lang="en-US"/>
        </a:p>
      </dgm:t>
    </dgm:pt>
    <dgm:pt modelId="{BC0E1110-5072-4B84-AA50-4E53ACB3BE63}">
      <dgm:prSet/>
      <dgm:spPr/>
      <dgm:t>
        <a:bodyPr/>
        <a:lstStyle/>
        <a:p>
          <a:r>
            <a:rPr lang="en-US"/>
            <a:t>Upload</a:t>
          </a:r>
        </a:p>
      </dgm:t>
    </dgm:pt>
    <dgm:pt modelId="{B9873DD6-0088-454A-83CB-0EA8DEFF861B}" type="parTrans" cxnId="{7001C66A-FDC4-4365-BC57-4F03714B3BA1}">
      <dgm:prSet/>
      <dgm:spPr/>
      <dgm:t>
        <a:bodyPr/>
        <a:lstStyle/>
        <a:p>
          <a:endParaRPr lang="en-US"/>
        </a:p>
      </dgm:t>
    </dgm:pt>
    <dgm:pt modelId="{00D62432-49D4-4352-B701-8B430546608E}" type="sibTrans" cxnId="{7001C66A-FDC4-4365-BC57-4F03714B3BA1}">
      <dgm:prSet/>
      <dgm:spPr/>
      <dgm:t>
        <a:bodyPr/>
        <a:lstStyle/>
        <a:p>
          <a:endParaRPr lang="en-US"/>
        </a:p>
      </dgm:t>
    </dgm:pt>
    <dgm:pt modelId="{724010E7-C84C-4B4C-B9B1-C256280BCDE6}">
      <dgm:prSet/>
      <dgm:spPr/>
      <dgm:t>
        <a:bodyPr/>
        <a:lstStyle/>
        <a:p>
          <a:r>
            <a:rPr lang="en-US"/>
            <a:t>Upload Draft: Drop in the new vendor's contract.</a:t>
          </a:r>
        </a:p>
      </dgm:t>
    </dgm:pt>
    <dgm:pt modelId="{FBF6AD54-BBC2-433E-8F3D-BEE9A94342A4}" type="parTrans" cxnId="{40B729E3-93B5-4B59-A368-55C8C1F75CF4}">
      <dgm:prSet/>
      <dgm:spPr/>
      <dgm:t>
        <a:bodyPr/>
        <a:lstStyle/>
        <a:p>
          <a:endParaRPr lang="en-US"/>
        </a:p>
      </dgm:t>
    </dgm:pt>
    <dgm:pt modelId="{1143A232-DBB4-4410-AD24-2491FF7E5E8F}" type="sibTrans" cxnId="{40B729E3-93B5-4B59-A368-55C8C1F75CF4}">
      <dgm:prSet/>
      <dgm:spPr/>
      <dgm:t>
        <a:bodyPr/>
        <a:lstStyle/>
        <a:p>
          <a:endParaRPr lang="en-US"/>
        </a:p>
      </dgm:t>
    </dgm:pt>
    <dgm:pt modelId="{97DF4A82-BBE6-46DD-85E1-B5DA0F27E5B7}">
      <dgm:prSet/>
      <dgm:spPr/>
      <dgm:t>
        <a:bodyPr/>
        <a:lstStyle/>
        <a:p>
          <a:r>
            <a:rPr lang="en-US"/>
            <a:t>Cross</a:t>
          </a:r>
        </a:p>
      </dgm:t>
    </dgm:pt>
    <dgm:pt modelId="{91C92A32-72F8-4BC0-AE9D-3A02C0DBC9D6}" type="parTrans" cxnId="{09217FDC-1324-492D-975A-8FA13B6541C6}">
      <dgm:prSet/>
      <dgm:spPr/>
      <dgm:t>
        <a:bodyPr/>
        <a:lstStyle/>
        <a:p>
          <a:endParaRPr lang="en-US"/>
        </a:p>
      </dgm:t>
    </dgm:pt>
    <dgm:pt modelId="{63C8F421-7232-42FB-8203-889772CBA939}" type="sibTrans" cxnId="{09217FDC-1324-492D-975A-8FA13B6541C6}">
      <dgm:prSet/>
      <dgm:spPr/>
      <dgm:t>
        <a:bodyPr/>
        <a:lstStyle/>
        <a:p>
          <a:endParaRPr lang="en-US"/>
        </a:p>
      </dgm:t>
    </dgm:pt>
    <dgm:pt modelId="{81F4E7FF-0FFB-475B-889A-B5DB55FE8741}">
      <dgm:prSet/>
      <dgm:spPr/>
      <dgm:t>
        <a:bodyPr/>
        <a:lstStyle/>
        <a:p>
          <a:r>
            <a:rPr lang="en-US"/>
            <a:t>Cross-Audit: AI compares terms against the baseline automatically.</a:t>
          </a:r>
        </a:p>
      </dgm:t>
    </dgm:pt>
    <dgm:pt modelId="{50E03EDA-073B-4D3C-AE15-DD80071A9B07}" type="parTrans" cxnId="{53579737-1266-41B9-9F16-F1ABC2DC482E}">
      <dgm:prSet/>
      <dgm:spPr/>
      <dgm:t>
        <a:bodyPr/>
        <a:lstStyle/>
        <a:p>
          <a:endParaRPr lang="en-US"/>
        </a:p>
      </dgm:t>
    </dgm:pt>
    <dgm:pt modelId="{0364F2DA-8E84-4E59-93DE-C85B38A7B705}" type="sibTrans" cxnId="{53579737-1266-41B9-9F16-F1ABC2DC482E}">
      <dgm:prSet/>
      <dgm:spPr/>
      <dgm:t>
        <a:bodyPr/>
        <a:lstStyle/>
        <a:p>
          <a:endParaRPr lang="en-US"/>
        </a:p>
      </dgm:t>
    </dgm:pt>
    <dgm:pt modelId="{5CAAA460-A1C9-4933-A7CE-ED888C2BA916}" type="pres">
      <dgm:prSet presAssocID="{577A613F-98B6-4406-B330-C553A221958F}" presName="Name0" presStyleCnt="0">
        <dgm:presLayoutVars>
          <dgm:dir/>
          <dgm:animLvl val="lvl"/>
          <dgm:resizeHandles val="exact"/>
        </dgm:presLayoutVars>
      </dgm:prSet>
      <dgm:spPr/>
    </dgm:pt>
    <dgm:pt modelId="{4C27C69A-B7F1-4E45-B4FC-2B76C90E7172}" type="pres">
      <dgm:prSet presAssocID="{7D6A2347-F322-4B27-A131-8C866767F118}" presName="linNode" presStyleCnt="0"/>
      <dgm:spPr/>
    </dgm:pt>
    <dgm:pt modelId="{81807045-8C0D-479D-8B2D-7C7F9F924FBE}" type="pres">
      <dgm:prSet presAssocID="{7D6A2347-F322-4B27-A131-8C866767F118}" presName="parentText" presStyleLbl="alignNode1" presStyleIdx="0" presStyleCnt="3">
        <dgm:presLayoutVars>
          <dgm:chMax val="1"/>
          <dgm:bulletEnabled/>
        </dgm:presLayoutVars>
      </dgm:prSet>
      <dgm:spPr/>
    </dgm:pt>
    <dgm:pt modelId="{E0754DE4-2D04-4313-89A4-98F995E5D144}" type="pres">
      <dgm:prSet presAssocID="{7D6A2347-F322-4B27-A131-8C866767F118}" presName="descendantText" presStyleLbl="alignAccFollowNode1" presStyleIdx="0" presStyleCnt="3">
        <dgm:presLayoutVars>
          <dgm:bulletEnabled/>
        </dgm:presLayoutVars>
      </dgm:prSet>
      <dgm:spPr/>
    </dgm:pt>
    <dgm:pt modelId="{AA0427DA-B83D-42A9-A1C6-694D03C0E44E}" type="pres">
      <dgm:prSet presAssocID="{C5E40858-1EF3-45C0-9C64-D24743453B9A}" presName="sp" presStyleCnt="0"/>
      <dgm:spPr/>
    </dgm:pt>
    <dgm:pt modelId="{BF3C0B00-D423-4C71-AA83-2CFD78FBCB6E}" type="pres">
      <dgm:prSet presAssocID="{BC0E1110-5072-4B84-AA50-4E53ACB3BE63}" presName="linNode" presStyleCnt="0"/>
      <dgm:spPr/>
    </dgm:pt>
    <dgm:pt modelId="{21BD5AD6-0A52-4356-AD88-C2E24C90410A}" type="pres">
      <dgm:prSet presAssocID="{BC0E1110-5072-4B84-AA50-4E53ACB3BE63}" presName="parentText" presStyleLbl="alignNode1" presStyleIdx="1" presStyleCnt="3">
        <dgm:presLayoutVars>
          <dgm:chMax val="1"/>
          <dgm:bulletEnabled/>
        </dgm:presLayoutVars>
      </dgm:prSet>
      <dgm:spPr/>
    </dgm:pt>
    <dgm:pt modelId="{E233DA8E-2D5F-4A43-ACA7-D8055E1888DB}" type="pres">
      <dgm:prSet presAssocID="{BC0E1110-5072-4B84-AA50-4E53ACB3BE63}" presName="descendantText" presStyleLbl="alignAccFollowNode1" presStyleIdx="1" presStyleCnt="3">
        <dgm:presLayoutVars>
          <dgm:bulletEnabled/>
        </dgm:presLayoutVars>
      </dgm:prSet>
      <dgm:spPr/>
    </dgm:pt>
    <dgm:pt modelId="{9FB6944D-4B25-4457-B6BF-ACE7F860A2C0}" type="pres">
      <dgm:prSet presAssocID="{00D62432-49D4-4352-B701-8B430546608E}" presName="sp" presStyleCnt="0"/>
      <dgm:spPr/>
    </dgm:pt>
    <dgm:pt modelId="{94089F4A-B759-4426-A5EC-D873E837E4C4}" type="pres">
      <dgm:prSet presAssocID="{97DF4A82-BBE6-46DD-85E1-B5DA0F27E5B7}" presName="linNode" presStyleCnt="0"/>
      <dgm:spPr/>
    </dgm:pt>
    <dgm:pt modelId="{E2F4B05F-3AB6-4F5C-9133-1ADE195C5DA4}" type="pres">
      <dgm:prSet presAssocID="{97DF4A82-BBE6-46DD-85E1-B5DA0F27E5B7}" presName="parentText" presStyleLbl="alignNode1" presStyleIdx="2" presStyleCnt="3">
        <dgm:presLayoutVars>
          <dgm:chMax val="1"/>
          <dgm:bulletEnabled/>
        </dgm:presLayoutVars>
      </dgm:prSet>
      <dgm:spPr/>
    </dgm:pt>
    <dgm:pt modelId="{BBC06571-C9DF-4EE9-B1D7-7A60361EB8CA}" type="pres">
      <dgm:prSet presAssocID="{97DF4A82-BBE6-46DD-85E1-B5DA0F27E5B7}" presName="descendantText" presStyleLbl="alignAccFollowNode1" presStyleIdx="2" presStyleCnt="3">
        <dgm:presLayoutVars>
          <dgm:bulletEnabled/>
        </dgm:presLayoutVars>
      </dgm:prSet>
      <dgm:spPr/>
    </dgm:pt>
  </dgm:ptLst>
  <dgm:cxnLst>
    <dgm:cxn modelId="{76811313-FE34-4A38-B94F-FB7945535ED8}" type="presOf" srcId="{97DF4A82-BBE6-46DD-85E1-B5DA0F27E5B7}" destId="{E2F4B05F-3AB6-4F5C-9133-1ADE195C5DA4}" srcOrd="0" destOrd="0" presId="urn:microsoft.com/office/officeart/2016/7/layout/VerticalSolidActionList"/>
    <dgm:cxn modelId="{F86DED22-5071-416D-9C01-B4AC9193EF5B}" type="presOf" srcId="{577A613F-98B6-4406-B330-C553A221958F}" destId="{5CAAA460-A1C9-4933-A7CE-ED888C2BA916}" srcOrd="0" destOrd="0" presId="urn:microsoft.com/office/officeart/2016/7/layout/VerticalSolidActionList"/>
    <dgm:cxn modelId="{03A05129-1234-451F-BE9C-3C6A7F3EB124}" srcId="{577A613F-98B6-4406-B330-C553A221958F}" destId="{7D6A2347-F322-4B27-A131-8C866767F118}" srcOrd="0" destOrd="0" parTransId="{96A30AA9-0231-461E-84EA-2315A0CB03F8}" sibTransId="{C5E40858-1EF3-45C0-9C64-D24743453B9A}"/>
    <dgm:cxn modelId="{242B0F33-73CE-4851-B639-E5E55D20DFAF}" type="presOf" srcId="{BC0E1110-5072-4B84-AA50-4E53ACB3BE63}" destId="{21BD5AD6-0A52-4356-AD88-C2E24C90410A}" srcOrd="0" destOrd="0" presId="urn:microsoft.com/office/officeart/2016/7/layout/VerticalSolidActionList"/>
    <dgm:cxn modelId="{53579737-1266-41B9-9F16-F1ABC2DC482E}" srcId="{97DF4A82-BBE6-46DD-85E1-B5DA0F27E5B7}" destId="{81F4E7FF-0FFB-475B-889A-B5DB55FE8741}" srcOrd="0" destOrd="0" parTransId="{50E03EDA-073B-4D3C-AE15-DD80071A9B07}" sibTransId="{0364F2DA-8E84-4E59-93DE-C85B38A7B705}"/>
    <dgm:cxn modelId="{6FF4BB39-2E22-4C60-B0F5-C4F10AA9141D}" type="presOf" srcId="{12FBBCCF-97A1-409E-8B63-E04B297C00AC}" destId="{E0754DE4-2D04-4313-89A4-98F995E5D144}" srcOrd="0" destOrd="0" presId="urn:microsoft.com/office/officeart/2016/7/layout/VerticalSolidActionList"/>
    <dgm:cxn modelId="{7001C66A-FDC4-4365-BC57-4F03714B3BA1}" srcId="{577A613F-98B6-4406-B330-C553A221958F}" destId="{BC0E1110-5072-4B84-AA50-4E53ACB3BE63}" srcOrd="1" destOrd="0" parTransId="{B9873DD6-0088-454A-83CB-0EA8DEFF861B}" sibTransId="{00D62432-49D4-4352-B701-8B430546608E}"/>
    <dgm:cxn modelId="{4CC7FE7D-3491-47EB-9BD9-0F89F6CDCE02}" srcId="{7D6A2347-F322-4B27-A131-8C866767F118}" destId="{12FBBCCF-97A1-409E-8B63-E04B297C00AC}" srcOrd="0" destOrd="0" parTransId="{2B6D595D-E690-4211-87A6-A93CE2B8906B}" sibTransId="{9A57BCC3-7DAA-4A61-87F7-15635045E25A}"/>
    <dgm:cxn modelId="{82D831A0-EB13-4A46-8A53-D03B6DC53E21}" type="presOf" srcId="{724010E7-C84C-4B4C-B9B1-C256280BCDE6}" destId="{E233DA8E-2D5F-4A43-ACA7-D8055E1888DB}" srcOrd="0" destOrd="0" presId="urn:microsoft.com/office/officeart/2016/7/layout/VerticalSolidActionList"/>
    <dgm:cxn modelId="{F0772FAD-5B31-436C-8754-15581A80071A}" type="presOf" srcId="{7D6A2347-F322-4B27-A131-8C866767F118}" destId="{81807045-8C0D-479D-8B2D-7C7F9F924FBE}" srcOrd="0" destOrd="0" presId="urn:microsoft.com/office/officeart/2016/7/layout/VerticalSolidActionList"/>
    <dgm:cxn modelId="{5702F8D0-6B31-497A-A7E9-D044D6FAB1D3}" type="presOf" srcId="{81F4E7FF-0FFB-475B-889A-B5DB55FE8741}" destId="{BBC06571-C9DF-4EE9-B1D7-7A60361EB8CA}" srcOrd="0" destOrd="0" presId="urn:microsoft.com/office/officeart/2016/7/layout/VerticalSolidActionList"/>
    <dgm:cxn modelId="{09217FDC-1324-492D-975A-8FA13B6541C6}" srcId="{577A613F-98B6-4406-B330-C553A221958F}" destId="{97DF4A82-BBE6-46DD-85E1-B5DA0F27E5B7}" srcOrd="2" destOrd="0" parTransId="{91C92A32-72F8-4BC0-AE9D-3A02C0DBC9D6}" sibTransId="{63C8F421-7232-42FB-8203-889772CBA939}"/>
    <dgm:cxn modelId="{40B729E3-93B5-4B59-A368-55C8C1F75CF4}" srcId="{BC0E1110-5072-4B84-AA50-4E53ACB3BE63}" destId="{724010E7-C84C-4B4C-B9B1-C256280BCDE6}" srcOrd="0" destOrd="0" parTransId="{FBF6AD54-BBC2-433E-8F3D-BEE9A94342A4}" sibTransId="{1143A232-DBB4-4410-AD24-2491FF7E5E8F}"/>
    <dgm:cxn modelId="{B4265246-6BAB-48BD-8BA7-A91D3935842A}" type="presParOf" srcId="{5CAAA460-A1C9-4933-A7CE-ED888C2BA916}" destId="{4C27C69A-B7F1-4E45-B4FC-2B76C90E7172}" srcOrd="0" destOrd="0" presId="urn:microsoft.com/office/officeart/2016/7/layout/VerticalSolidActionList"/>
    <dgm:cxn modelId="{56C2570E-E1D3-4E3D-9C40-600FAABB4723}" type="presParOf" srcId="{4C27C69A-B7F1-4E45-B4FC-2B76C90E7172}" destId="{81807045-8C0D-479D-8B2D-7C7F9F924FBE}" srcOrd="0" destOrd="0" presId="urn:microsoft.com/office/officeart/2016/7/layout/VerticalSolidActionList"/>
    <dgm:cxn modelId="{DE35D5E4-1B5D-4D51-AD66-BE2F6E05DBC4}" type="presParOf" srcId="{4C27C69A-B7F1-4E45-B4FC-2B76C90E7172}" destId="{E0754DE4-2D04-4313-89A4-98F995E5D144}" srcOrd="1" destOrd="0" presId="urn:microsoft.com/office/officeart/2016/7/layout/VerticalSolidActionList"/>
    <dgm:cxn modelId="{4E239764-76E0-473A-B030-D0D6796F0C04}" type="presParOf" srcId="{5CAAA460-A1C9-4933-A7CE-ED888C2BA916}" destId="{AA0427DA-B83D-42A9-A1C6-694D03C0E44E}" srcOrd="1" destOrd="0" presId="urn:microsoft.com/office/officeart/2016/7/layout/VerticalSolidActionList"/>
    <dgm:cxn modelId="{FCBDC36E-35D2-4EAF-A0AE-A48F55A298ED}" type="presParOf" srcId="{5CAAA460-A1C9-4933-A7CE-ED888C2BA916}" destId="{BF3C0B00-D423-4C71-AA83-2CFD78FBCB6E}" srcOrd="2" destOrd="0" presId="urn:microsoft.com/office/officeart/2016/7/layout/VerticalSolidActionList"/>
    <dgm:cxn modelId="{0A3438FB-35C0-4114-A82A-649E0D32042B}" type="presParOf" srcId="{BF3C0B00-D423-4C71-AA83-2CFD78FBCB6E}" destId="{21BD5AD6-0A52-4356-AD88-C2E24C90410A}" srcOrd="0" destOrd="0" presId="urn:microsoft.com/office/officeart/2016/7/layout/VerticalSolidActionList"/>
    <dgm:cxn modelId="{6FB27C8D-B2E2-4478-AAA6-9CBFB4330633}" type="presParOf" srcId="{BF3C0B00-D423-4C71-AA83-2CFD78FBCB6E}" destId="{E233DA8E-2D5F-4A43-ACA7-D8055E1888DB}" srcOrd="1" destOrd="0" presId="urn:microsoft.com/office/officeart/2016/7/layout/VerticalSolidActionList"/>
    <dgm:cxn modelId="{6A912EA4-A1C4-4A76-82C8-0919EB2C9F3D}" type="presParOf" srcId="{5CAAA460-A1C9-4933-A7CE-ED888C2BA916}" destId="{9FB6944D-4B25-4457-B6BF-ACE7F860A2C0}" srcOrd="3" destOrd="0" presId="urn:microsoft.com/office/officeart/2016/7/layout/VerticalSolidActionList"/>
    <dgm:cxn modelId="{5F31A738-0FEF-4F9D-B780-FF67E5E68399}" type="presParOf" srcId="{5CAAA460-A1C9-4933-A7CE-ED888C2BA916}" destId="{94089F4A-B759-4426-A5EC-D873E837E4C4}" srcOrd="4" destOrd="0" presId="urn:microsoft.com/office/officeart/2016/7/layout/VerticalSolidActionList"/>
    <dgm:cxn modelId="{027DB635-FA20-416C-A40B-172310106FC9}" type="presParOf" srcId="{94089F4A-B759-4426-A5EC-D873E837E4C4}" destId="{E2F4B05F-3AB6-4F5C-9133-1ADE195C5DA4}" srcOrd="0" destOrd="0" presId="urn:microsoft.com/office/officeart/2016/7/layout/VerticalSolidActionList"/>
    <dgm:cxn modelId="{49189AFD-AA50-4C10-A3EA-C354C54FB183}" type="presParOf" srcId="{94089F4A-B759-4426-A5EC-D873E837E4C4}" destId="{BBC06571-C9DF-4EE9-B1D7-7A60361EB8CA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B603A1C-163C-4800-965B-83C5885CF484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71EAF113-EE3D-485D-BDFF-9D2AB2D48EE9}">
      <dgm:prSet/>
      <dgm:spPr/>
      <dgm:t>
        <a:bodyPr/>
        <a:lstStyle/>
        <a:p>
          <a:pPr>
            <a:defRPr cap="all"/>
          </a:pPr>
          <a:r>
            <a:rPr lang="en-US"/>
            <a:t>KPI Scoring: Liability, IP, and Financial risk percentages.</a:t>
          </a:r>
        </a:p>
      </dgm:t>
    </dgm:pt>
    <dgm:pt modelId="{1DB7EDE1-FB1F-4F93-B64F-1B71DAF1485C}" type="parTrans" cxnId="{EAF7EDDA-6C4A-4987-9284-4A63E3E2746D}">
      <dgm:prSet/>
      <dgm:spPr/>
      <dgm:t>
        <a:bodyPr/>
        <a:lstStyle/>
        <a:p>
          <a:endParaRPr lang="en-US"/>
        </a:p>
      </dgm:t>
    </dgm:pt>
    <dgm:pt modelId="{30D59F94-FFDA-4248-B76D-FBB958EB802E}" type="sibTrans" cxnId="{EAF7EDDA-6C4A-4987-9284-4A63E3E2746D}">
      <dgm:prSet/>
      <dgm:spPr/>
      <dgm:t>
        <a:bodyPr/>
        <a:lstStyle/>
        <a:p>
          <a:endParaRPr lang="en-US"/>
        </a:p>
      </dgm:t>
    </dgm:pt>
    <dgm:pt modelId="{1FCD7BD8-3204-4B2C-BBF4-A78A12292920}">
      <dgm:prSet/>
      <dgm:spPr/>
      <dgm:t>
        <a:bodyPr/>
        <a:lstStyle/>
        <a:p>
          <a:pPr>
            <a:defRPr cap="all"/>
          </a:pPr>
          <a:r>
            <a:rPr lang="en-US"/>
            <a:t>Deviation Flagging: Red-lining high-risk differences.</a:t>
          </a:r>
        </a:p>
      </dgm:t>
    </dgm:pt>
    <dgm:pt modelId="{6F6D67BA-3212-42CD-BC25-3A226BD90910}" type="parTrans" cxnId="{7584B2C4-EA59-444D-BD2A-15AACE31ACD4}">
      <dgm:prSet/>
      <dgm:spPr/>
      <dgm:t>
        <a:bodyPr/>
        <a:lstStyle/>
        <a:p>
          <a:endParaRPr lang="en-US"/>
        </a:p>
      </dgm:t>
    </dgm:pt>
    <dgm:pt modelId="{1D43B971-0555-4865-B0C2-7CC09C098E81}" type="sibTrans" cxnId="{7584B2C4-EA59-444D-BD2A-15AACE31ACD4}">
      <dgm:prSet/>
      <dgm:spPr/>
      <dgm:t>
        <a:bodyPr/>
        <a:lstStyle/>
        <a:p>
          <a:endParaRPr lang="en-US"/>
        </a:p>
      </dgm:t>
    </dgm:pt>
    <dgm:pt modelId="{FC817B8A-1956-4306-8762-EE7A294DDACD}">
      <dgm:prSet/>
      <dgm:spPr/>
      <dgm:t>
        <a:bodyPr/>
        <a:lstStyle/>
        <a:p>
          <a:pPr>
            <a:defRPr cap="all"/>
          </a:pPr>
          <a:r>
            <a:rPr lang="en-US"/>
            <a:t>Confidence Metrics: Built-in AI certainty tracking.</a:t>
          </a:r>
        </a:p>
      </dgm:t>
    </dgm:pt>
    <dgm:pt modelId="{44466B02-9DC0-4188-92CB-9D91BECC37CC}" type="parTrans" cxnId="{0E19F762-94C8-48DE-B326-B74F6E03F13C}">
      <dgm:prSet/>
      <dgm:spPr/>
      <dgm:t>
        <a:bodyPr/>
        <a:lstStyle/>
        <a:p>
          <a:endParaRPr lang="en-US"/>
        </a:p>
      </dgm:t>
    </dgm:pt>
    <dgm:pt modelId="{77AB1874-5A3E-4FCC-9658-E152C7DC1EBA}" type="sibTrans" cxnId="{0E19F762-94C8-48DE-B326-B74F6E03F13C}">
      <dgm:prSet/>
      <dgm:spPr/>
      <dgm:t>
        <a:bodyPr/>
        <a:lstStyle/>
        <a:p>
          <a:endParaRPr lang="en-US"/>
        </a:p>
      </dgm:t>
    </dgm:pt>
    <dgm:pt modelId="{C47CCD1E-3F51-4B30-B72A-0A952ED59698}" type="pres">
      <dgm:prSet presAssocID="{2B603A1C-163C-4800-965B-83C5885CF484}" presName="root" presStyleCnt="0">
        <dgm:presLayoutVars>
          <dgm:dir/>
          <dgm:resizeHandles val="exact"/>
        </dgm:presLayoutVars>
      </dgm:prSet>
      <dgm:spPr/>
    </dgm:pt>
    <dgm:pt modelId="{A1EB8AFE-C42D-400F-83DE-D3EEBE07F2FD}" type="pres">
      <dgm:prSet presAssocID="{71EAF113-EE3D-485D-BDFF-9D2AB2D48EE9}" presName="compNode" presStyleCnt="0"/>
      <dgm:spPr/>
    </dgm:pt>
    <dgm:pt modelId="{3F51F078-604F-40BC-896D-1CBD50C712C4}" type="pres">
      <dgm:prSet presAssocID="{71EAF113-EE3D-485D-BDFF-9D2AB2D48EE9}" presName="iconBgRect" presStyleLbl="bgShp" presStyleIdx="0" presStyleCnt="3"/>
      <dgm:spPr/>
    </dgm:pt>
    <dgm:pt modelId="{E893D4BE-7611-479C-ADE7-EB2CED7E07B1}" type="pres">
      <dgm:prSet presAssocID="{71EAF113-EE3D-485D-BDFF-9D2AB2D48EE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7DA3C361-D1BF-437A-971E-CDB3A4D61FA8}" type="pres">
      <dgm:prSet presAssocID="{71EAF113-EE3D-485D-BDFF-9D2AB2D48EE9}" presName="spaceRect" presStyleCnt="0"/>
      <dgm:spPr/>
    </dgm:pt>
    <dgm:pt modelId="{053FB31C-D33B-4A6C-8AA3-0579F30A8175}" type="pres">
      <dgm:prSet presAssocID="{71EAF113-EE3D-485D-BDFF-9D2AB2D48EE9}" presName="textRect" presStyleLbl="revTx" presStyleIdx="0" presStyleCnt="3">
        <dgm:presLayoutVars>
          <dgm:chMax val="1"/>
          <dgm:chPref val="1"/>
        </dgm:presLayoutVars>
      </dgm:prSet>
      <dgm:spPr/>
    </dgm:pt>
    <dgm:pt modelId="{8BEED028-D6EC-4526-9016-7182F34C2261}" type="pres">
      <dgm:prSet presAssocID="{30D59F94-FFDA-4248-B76D-FBB958EB802E}" presName="sibTrans" presStyleCnt="0"/>
      <dgm:spPr/>
    </dgm:pt>
    <dgm:pt modelId="{84881880-3A19-4842-A570-3C0DBA3925A5}" type="pres">
      <dgm:prSet presAssocID="{1FCD7BD8-3204-4B2C-BBF4-A78A12292920}" presName="compNode" presStyleCnt="0"/>
      <dgm:spPr/>
    </dgm:pt>
    <dgm:pt modelId="{CFF62765-9034-421E-A54F-D3FC068E1DB6}" type="pres">
      <dgm:prSet presAssocID="{1FCD7BD8-3204-4B2C-BBF4-A78A12292920}" presName="iconBgRect" presStyleLbl="bgShp" presStyleIdx="1" presStyleCnt="3"/>
      <dgm:spPr/>
    </dgm:pt>
    <dgm:pt modelId="{1849ED8C-AAB2-4BD7-B4D9-537426E8DEB3}" type="pres">
      <dgm:prSet presAssocID="{1FCD7BD8-3204-4B2C-BBF4-A78A1229292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ag"/>
        </a:ext>
      </dgm:extLst>
    </dgm:pt>
    <dgm:pt modelId="{593B5986-3804-4EAA-89F0-A22700F8FDA7}" type="pres">
      <dgm:prSet presAssocID="{1FCD7BD8-3204-4B2C-BBF4-A78A12292920}" presName="spaceRect" presStyleCnt="0"/>
      <dgm:spPr/>
    </dgm:pt>
    <dgm:pt modelId="{32170351-DD9C-4A6F-88E9-01CAB6F8DD6C}" type="pres">
      <dgm:prSet presAssocID="{1FCD7BD8-3204-4B2C-BBF4-A78A12292920}" presName="textRect" presStyleLbl="revTx" presStyleIdx="1" presStyleCnt="3">
        <dgm:presLayoutVars>
          <dgm:chMax val="1"/>
          <dgm:chPref val="1"/>
        </dgm:presLayoutVars>
      </dgm:prSet>
      <dgm:spPr/>
    </dgm:pt>
    <dgm:pt modelId="{E81C4CD6-A828-4875-97CA-18E62552DF1B}" type="pres">
      <dgm:prSet presAssocID="{1D43B971-0555-4865-B0C2-7CC09C098E81}" presName="sibTrans" presStyleCnt="0"/>
      <dgm:spPr/>
    </dgm:pt>
    <dgm:pt modelId="{85469A37-9D0E-4012-A8AF-E34F904DA0F4}" type="pres">
      <dgm:prSet presAssocID="{FC817B8A-1956-4306-8762-EE7A294DDACD}" presName="compNode" presStyleCnt="0"/>
      <dgm:spPr/>
    </dgm:pt>
    <dgm:pt modelId="{4ABAEDC7-4C76-4890-A55F-22188DE81D74}" type="pres">
      <dgm:prSet presAssocID="{FC817B8A-1956-4306-8762-EE7A294DDACD}" presName="iconBgRect" presStyleLbl="bgShp" presStyleIdx="2" presStyleCnt="3"/>
      <dgm:spPr/>
    </dgm:pt>
    <dgm:pt modelId="{6FCE4B7C-E0C4-4FE5-BDF8-CDAD76F5274E}" type="pres">
      <dgm:prSet presAssocID="{FC817B8A-1956-4306-8762-EE7A294DDAC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ying Cards"/>
        </a:ext>
      </dgm:extLst>
    </dgm:pt>
    <dgm:pt modelId="{5940D319-3217-4BA7-B924-58F75D839465}" type="pres">
      <dgm:prSet presAssocID="{FC817B8A-1956-4306-8762-EE7A294DDACD}" presName="spaceRect" presStyleCnt="0"/>
      <dgm:spPr/>
    </dgm:pt>
    <dgm:pt modelId="{EB5C74E2-E13A-49B9-8564-9C11C38C1043}" type="pres">
      <dgm:prSet presAssocID="{FC817B8A-1956-4306-8762-EE7A294DDACD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0E19F762-94C8-48DE-B326-B74F6E03F13C}" srcId="{2B603A1C-163C-4800-965B-83C5885CF484}" destId="{FC817B8A-1956-4306-8762-EE7A294DDACD}" srcOrd="2" destOrd="0" parTransId="{44466B02-9DC0-4188-92CB-9D91BECC37CC}" sibTransId="{77AB1874-5A3E-4FCC-9658-E152C7DC1EBA}"/>
    <dgm:cxn modelId="{C477DD70-E1E1-4DB9-AE6C-3D627C65BDE3}" type="presOf" srcId="{1FCD7BD8-3204-4B2C-BBF4-A78A12292920}" destId="{32170351-DD9C-4A6F-88E9-01CAB6F8DD6C}" srcOrd="0" destOrd="0" presId="urn:microsoft.com/office/officeart/2018/5/layout/IconCircleLabelList"/>
    <dgm:cxn modelId="{F39CA99A-B2FB-4541-B7E4-A4BC801FA682}" type="presOf" srcId="{FC817B8A-1956-4306-8762-EE7A294DDACD}" destId="{EB5C74E2-E13A-49B9-8564-9C11C38C1043}" srcOrd="0" destOrd="0" presId="urn:microsoft.com/office/officeart/2018/5/layout/IconCircleLabelList"/>
    <dgm:cxn modelId="{7584B2C4-EA59-444D-BD2A-15AACE31ACD4}" srcId="{2B603A1C-163C-4800-965B-83C5885CF484}" destId="{1FCD7BD8-3204-4B2C-BBF4-A78A12292920}" srcOrd="1" destOrd="0" parTransId="{6F6D67BA-3212-42CD-BC25-3A226BD90910}" sibTransId="{1D43B971-0555-4865-B0C2-7CC09C098E81}"/>
    <dgm:cxn modelId="{A9E4FACF-DCAE-4223-B387-394089AEC1F1}" type="presOf" srcId="{71EAF113-EE3D-485D-BDFF-9D2AB2D48EE9}" destId="{053FB31C-D33B-4A6C-8AA3-0579F30A8175}" srcOrd="0" destOrd="0" presId="urn:microsoft.com/office/officeart/2018/5/layout/IconCircleLabelList"/>
    <dgm:cxn modelId="{484C98D7-825C-40B6-8180-9774A08BDBF0}" type="presOf" srcId="{2B603A1C-163C-4800-965B-83C5885CF484}" destId="{C47CCD1E-3F51-4B30-B72A-0A952ED59698}" srcOrd="0" destOrd="0" presId="urn:microsoft.com/office/officeart/2018/5/layout/IconCircleLabelList"/>
    <dgm:cxn modelId="{EAF7EDDA-6C4A-4987-9284-4A63E3E2746D}" srcId="{2B603A1C-163C-4800-965B-83C5885CF484}" destId="{71EAF113-EE3D-485D-BDFF-9D2AB2D48EE9}" srcOrd="0" destOrd="0" parTransId="{1DB7EDE1-FB1F-4F93-B64F-1B71DAF1485C}" sibTransId="{30D59F94-FFDA-4248-B76D-FBB958EB802E}"/>
    <dgm:cxn modelId="{3144595B-0EF6-4AA2-BB27-AD06487D6641}" type="presParOf" srcId="{C47CCD1E-3F51-4B30-B72A-0A952ED59698}" destId="{A1EB8AFE-C42D-400F-83DE-D3EEBE07F2FD}" srcOrd="0" destOrd="0" presId="urn:microsoft.com/office/officeart/2018/5/layout/IconCircleLabelList"/>
    <dgm:cxn modelId="{C84ABEBE-EA16-477C-8355-0B25158F68B6}" type="presParOf" srcId="{A1EB8AFE-C42D-400F-83DE-D3EEBE07F2FD}" destId="{3F51F078-604F-40BC-896D-1CBD50C712C4}" srcOrd="0" destOrd="0" presId="urn:microsoft.com/office/officeart/2018/5/layout/IconCircleLabelList"/>
    <dgm:cxn modelId="{1A249A91-0F41-4E59-A94D-8768FDFC8AC9}" type="presParOf" srcId="{A1EB8AFE-C42D-400F-83DE-D3EEBE07F2FD}" destId="{E893D4BE-7611-479C-ADE7-EB2CED7E07B1}" srcOrd="1" destOrd="0" presId="urn:microsoft.com/office/officeart/2018/5/layout/IconCircleLabelList"/>
    <dgm:cxn modelId="{C6265AD8-4431-41F8-B6C7-DC41E09CC574}" type="presParOf" srcId="{A1EB8AFE-C42D-400F-83DE-D3EEBE07F2FD}" destId="{7DA3C361-D1BF-437A-971E-CDB3A4D61FA8}" srcOrd="2" destOrd="0" presId="urn:microsoft.com/office/officeart/2018/5/layout/IconCircleLabelList"/>
    <dgm:cxn modelId="{8C2A4EED-9CEF-4449-83E7-C1E4B0F6307A}" type="presParOf" srcId="{A1EB8AFE-C42D-400F-83DE-D3EEBE07F2FD}" destId="{053FB31C-D33B-4A6C-8AA3-0579F30A8175}" srcOrd="3" destOrd="0" presId="urn:microsoft.com/office/officeart/2018/5/layout/IconCircleLabelList"/>
    <dgm:cxn modelId="{A2FA8BDF-F767-4C46-8198-79B0EDC8CB84}" type="presParOf" srcId="{C47CCD1E-3F51-4B30-B72A-0A952ED59698}" destId="{8BEED028-D6EC-4526-9016-7182F34C2261}" srcOrd="1" destOrd="0" presId="urn:microsoft.com/office/officeart/2018/5/layout/IconCircleLabelList"/>
    <dgm:cxn modelId="{35240C7C-E7F1-4F71-8C72-C617008A7922}" type="presParOf" srcId="{C47CCD1E-3F51-4B30-B72A-0A952ED59698}" destId="{84881880-3A19-4842-A570-3C0DBA3925A5}" srcOrd="2" destOrd="0" presId="urn:microsoft.com/office/officeart/2018/5/layout/IconCircleLabelList"/>
    <dgm:cxn modelId="{F5121A7F-9D32-4BF0-94C3-5AA118608D20}" type="presParOf" srcId="{84881880-3A19-4842-A570-3C0DBA3925A5}" destId="{CFF62765-9034-421E-A54F-D3FC068E1DB6}" srcOrd="0" destOrd="0" presId="urn:microsoft.com/office/officeart/2018/5/layout/IconCircleLabelList"/>
    <dgm:cxn modelId="{E88363F3-BD48-4891-BD58-A9D29A12DBC3}" type="presParOf" srcId="{84881880-3A19-4842-A570-3C0DBA3925A5}" destId="{1849ED8C-AAB2-4BD7-B4D9-537426E8DEB3}" srcOrd="1" destOrd="0" presId="urn:microsoft.com/office/officeart/2018/5/layout/IconCircleLabelList"/>
    <dgm:cxn modelId="{111A1446-CD63-4645-B09C-0F308A1DF577}" type="presParOf" srcId="{84881880-3A19-4842-A570-3C0DBA3925A5}" destId="{593B5986-3804-4EAA-89F0-A22700F8FDA7}" srcOrd="2" destOrd="0" presId="urn:microsoft.com/office/officeart/2018/5/layout/IconCircleLabelList"/>
    <dgm:cxn modelId="{25E18A71-D940-471E-A323-6C0B2EF5B50E}" type="presParOf" srcId="{84881880-3A19-4842-A570-3C0DBA3925A5}" destId="{32170351-DD9C-4A6F-88E9-01CAB6F8DD6C}" srcOrd="3" destOrd="0" presId="urn:microsoft.com/office/officeart/2018/5/layout/IconCircleLabelList"/>
    <dgm:cxn modelId="{8642EA42-A944-413D-AE39-B7B8ACD13D03}" type="presParOf" srcId="{C47CCD1E-3F51-4B30-B72A-0A952ED59698}" destId="{E81C4CD6-A828-4875-97CA-18E62552DF1B}" srcOrd="3" destOrd="0" presId="urn:microsoft.com/office/officeart/2018/5/layout/IconCircleLabelList"/>
    <dgm:cxn modelId="{3A3D650C-95C8-4203-8C4E-0BDADAF479EE}" type="presParOf" srcId="{C47CCD1E-3F51-4B30-B72A-0A952ED59698}" destId="{85469A37-9D0E-4012-A8AF-E34F904DA0F4}" srcOrd="4" destOrd="0" presId="urn:microsoft.com/office/officeart/2018/5/layout/IconCircleLabelList"/>
    <dgm:cxn modelId="{B36C502D-4E2E-480C-A315-AC023A3F2A39}" type="presParOf" srcId="{85469A37-9D0E-4012-A8AF-E34F904DA0F4}" destId="{4ABAEDC7-4C76-4890-A55F-22188DE81D74}" srcOrd="0" destOrd="0" presId="urn:microsoft.com/office/officeart/2018/5/layout/IconCircleLabelList"/>
    <dgm:cxn modelId="{12808ABE-EF30-49E6-BE96-8277C17DD4F7}" type="presParOf" srcId="{85469A37-9D0E-4012-A8AF-E34F904DA0F4}" destId="{6FCE4B7C-E0C4-4FE5-BDF8-CDAD76F5274E}" srcOrd="1" destOrd="0" presId="urn:microsoft.com/office/officeart/2018/5/layout/IconCircleLabelList"/>
    <dgm:cxn modelId="{99A25585-E74B-442D-9A82-A3726E55D48F}" type="presParOf" srcId="{85469A37-9D0E-4012-A8AF-E34F904DA0F4}" destId="{5940D319-3217-4BA7-B924-58F75D839465}" srcOrd="2" destOrd="0" presId="urn:microsoft.com/office/officeart/2018/5/layout/IconCircleLabelList"/>
    <dgm:cxn modelId="{D78DE934-F8EB-49C0-B61A-D0419BC5220C}" type="presParOf" srcId="{85469A37-9D0E-4012-A8AF-E34F904DA0F4}" destId="{EB5C74E2-E13A-49B9-8564-9C11C38C104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71EF9A3-0EA9-4919-868A-7B282C7D7A0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656026A-2172-40F9-9BFD-444A804876A6}">
      <dgm:prSet/>
      <dgm:spPr/>
      <dgm:t>
        <a:bodyPr/>
        <a:lstStyle/>
        <a:p>
          <a:r>
            <a:rPr lang="en-US"/>
            <a:t>Models: Ollama (Mistral 7B) + Nomic Embeddings.</a:t>
          </a:r>
        </a:p>
      </dgm:t>
    </dgm:pt>
    <dgm:pt modelId="{B7AC469E-0833-44AA-8C73-89CD8D086C45}" type="parTrans" cxnId="{EA31D06E-429B-4CB2-9A11-292142ACBC3A}">
      <dgm:prSet/>
      <dgm:spPr/>
      <dgm:t>
        <a:bodyPr/>
        <a:lstStyle/>
        <a:p>
          <a:endParaRPr lang="en-US"/>
        </a:p>
      </dgm:t>
    </dgm:pt>
    <dgm:pt modelId="{8C7761C8-5152-44C3-839E-9BA79831AA9C}" type="sibTrans" cxnId="{EA31D06E-429B-4CB2-9A11-292142ACBC3A}">
      <dgm:prSet/>
      <dgm:spPr/>
      <dgm:t>
        <a:bodyPr/>
        <a:lstStyle/>
        <a:p>
          <a:endParaRPr lang="en-US"/>
        </a:p>
      </dgm:t>
    </dgm:pt>
    <dgm:pt modelId="{2F39A81A-0638-4928-8CFC-4045F1AF5693}">
      <dgm:prSet/>
      <dgm:spPr/>
      <dgm:t>
        <a:bodyPr/>
        <a:lstStyle/>
        <a:p>
          <a:r>
            <a:rPr lang="en-US"/>
            <a:t>Database: ChromaDB (Vector Store).</a:t>
          </a:r>
        </a:p>
      </dgm:t>
    </dgm:pt>
    <dgm:pt modelId="{FA857452-6ADE-4D6C-9EEF-B45C78DE294D}" type="parTrans" cxnId="{09FA7497-6A04-4500-957C-8AECB5DE63DD}">
      <dgm:prSet/>
      <dgm:spPr/>
      <dgm:t>
        <a:bodyPr/>
        <a:lstStyle/>
        <a:p>
          <a:endParaRPr lang="en-US"/>
        </a:p>
      </dgm:t>
    </dgm:pt>
    <dgm:pt modelId="{A1BEA0EB-D5D1-4FCA-A2EC-332AF76ED99B}" type="sibTrans" cxnId="{09FA7497-6A04-4500-957C-8AECB5DE63DD}">
      <dgm:prSet/>
      <dgm:spPr/>
      <dgm:t>
        <a:bodyPr/>
        <a:lstStyle/>
        <a:p>
          <a:endParaRPr lang="en-US"/>
        </a:p>
      </dgm:t>
    </dgm:pt>
    <dgm:pt modelId="{A2DEDFF3-F132-43C4-B4E5-7F2CBC064B81}">
      <dgm:prSet/>
      <dgm:spPr/>
      <dgm:t>
        <a:bodyPr/>
        <a:lstStyle/>
        <a:p>
          <a:r>
            <a:rPr lang="en-US"/>
            <a:t>UI: Modern Streamlit with Glassmorphism design.</a:t>
          </a:r>
        </a:p>
      </dgm:t>
    </dgm:pt>
    <dgm:pt modelId="{54599FEA-36B6-491E-9E73-B29C528CD74E}" type="parTrans" cxnId="{7A71343F-E8DB-4D44-9726-CB5117F6C93F}">
      <dgm:prSet/>
      <dgm:spPr/>
      <dgm:t>
        <a:bodyPr/>
        <a:lstStyle/>
        <a:p>
          <a:endParaRPr lang="en-US"/>
        </a:p>
      </dgm:t>
    </dgm:pt>
    <dgm:pt modelId="{B87F3FF3-FBB1-42EE-B030-FAD188095905}" type="sibTrans" cxnId="{7A71343F-E8DB-4D44-9726-CB5117F6C93F}">
      <dgm:prSet/>
      <dgm:spPr/>
      <dgm:t>
        <a:bodyPr/>
        <a:lstStyle/>
        <a:p>
          <a:endParaRPr lang="en-US"/>
        </a:p>
      </dgm:t>
    </dgm:pt>
    <dgm:pt modelId="{DDAEA6D5-B0D9-4CE6-84BC-B9865841AAFC}">
      <dgm:prSet/>
      <dgm:spPr/>
      <dgm:t>
        <a:bodyPr/>
        <a:lstStyle/>
        <a:p>
          <a:r>
            <a:rPr lang="en-US"/>
            <a:t>Processing: 100% Local (CPU/GPU acceleration).</a:t>
          </a:r>
        </a:p>
      </dgm:t>
    </dgm:pt>
    <dgm:pt modelId="{5112F39C-AF89-4EC3-9620-4C7231A11BB0}" type="parTrans" cxnId="{7C314595-968B-4E1F-9587-20F10AF9583E}">
      <dgm:prSet/>
      <dgm:spPr/>
      <dgm:t>
        <a:bodyPr/>
        <a:lstStyle/>
        <a:p>
          <a:endParaRPr lang="en-US"/>
        </a:p>
      </dgm:t>
    </dgm:pt>
    <dgm:pt modelId="{5289723E-7094-4EA9-9AE5-CDF5B81B3AC4}" type="sibTrans" cxnId="{7C314595-968B-4E1F-9587-20F10AF9583E}">
      <dgm:prSet/>
      <dgm:spPr/>
      <dgm:t>
        <a:bodyPr/>
        <a:lstStyle/>
        <a:p>
          <a:endParaRPr lang="en-US"/>
        </a:p>
      </dgm:t>
    </dgm:pt>
    <dgm:pt modelId="{86467BC2-D6D9-428A-847B-D7872D278CA5}" type="pres">
      <dgm:prSet presAssocID="{571EF9A3-0EA9-4919-868A-7B282C7D7A0C}" presName="root" presStyleCnt="0">
        <dgm:presLayoutVars>
          <dgm:dir/>
          <dgm:resizeHandles val="exact"/>
        </dgm:presLayoutVars>
      </dgm:prSet>
      <dgm:spPr/>
    </dgm:pt>
    <dgm:pt modelId="{8FE6596E-3FF3-475C-A4F1-666A86775468}" type="pres">
      <dgm:prSet presAssocID="{B656026A-2172-40F9-9BFD-444A804876A6}" presName="compNode" presStyleCnt="0"/>
      <dgm:spPr/>
    </dgm:pt>
    <dgm:pt modelId="{1FE659FA-59C2-48C7-8DA9-7D56EED866D2}" type="pres">
      <dgm:prSet presAssocID="{B656026A-2172-40F9-9BFD-444A804876A6}" presName="bgRect" presStyleLbl="bgShp" presStyleIdx="0" presStyleCnt="4"/>
      <dgm:spPr/>
    </dgm:pt>
    <dgm:pt modelId="{42377057-9556-4620-9AFF-4025FD99C631}" type="pres">
      <dgm:prSet presAssocID="{B656026A-2172-40F9-9BFD-444A804876A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ation with Org Chart"/>
        </a:ext>
      </dgm:extLst>
    </dgm:pt>
    <dgm:pt modelId="{AA9F9142-CB45-4438-AA1E-08E54C4481F3}" type="pres">
      <dgm:prSet presAssocID="{B656026A-2172-40F9-9BFD-444A804876A6}" presName="spaceRect" presStyleCnt="0"/>
      <dgm:spPr/>
    </dgm:pt>
    <dgm:pt modelId="{DF48E14A-2AC3-402B-8620-804DAEAD4675}" type="pres">
      <dgm:prSet presAssocID="{B656026A-2172-40F9-9BFD-444A804876A6}" presName="parTx" presStyleLbl="revTx" presStyleIdx="0" presStyleCnt="4">
        <dgm:presLayoutVars>
          <dgm:chMax val="0"/>
          <dgm:chPref val="0"/>
        </dgm:presLayoutVars>
      </dgm:prSet>
      <dgm:spPr/>
    </dgm:pt>
    <dgm:pt modelId="{59652386-EE84-43DD-B5A6-7FD0030DA85F}" type="pres">
      <dgm:prSet presAssocID="{8C7761C8-5152-44C3-839E-9BA79831AA9C}" presName="sibTrans" presStyleCnt="0"/>
      <dgm:spPr/>
    </dgm:pt>
    <dgm:pt modelId="{C0100E01-089A-402B-8BCD-09A4B28C940E}" type="pres">
      <dgm:prSet presAssocID="{2F39A81A-0638-4928-8CFC-4045F1AF5693}" presName="compNode" presStyleCnt="0"/>
      <dgm:spPr/>
    </dgm:pt>
    <dgm:pt modelId="{856BAABB-1B9E-450F-B966-75CEE11A98DF}" type="pres">
      <dgm:prSet presAssocID="{2F39A81A-0638-4928-8CFC-4045F1AF5693}" presName="bgRect" presStyleLbl="bgShp" presStyleIdx="1" presStyleCnt="4"/>
      <dgm:spPr/>
    </dgm:pt>
    <dgm:pt modelId="{C414BA09-5C1A-4610-B07E-6C643B9D0EAC}" type="pres">
      <dgm:prSet presAssocID="{2F39A81A-0638-4928-8CFC-4045F1AF569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6DB308D8-52F9-4AF8-ABA0-B88F9D5E96FC}" type="pres">
      <dgm:prSet presAssocID="{2F39A81A-0638-4928-8CFC-4045F1AF5693}" presName="spaceRect" presStyleCnt="0"/>
      <dgm:spPr/>
    </dgm:pt>
    <dgm:pt modelId="{860F9F6D-9B89-4AAC-AAD2-3F0A62D7405C}" type="pres">
      <dgm:prSet presAssocID="{2F39A81A-0638-4928-8CFC-4045F1AF5693}" presName="parTx" presStyleLbl="revTx" presStyleIdx="1" presStyleCnt="4">
        <dgm:presLayoutVars>
          <dgm:chMax val="0"/>
          <dgm:chPref val="0"/>
        </dgm:presLayoutVars>
      </dgm:prSet>
      <dgm:spPr/>
    </dgm:pt>
    <dgm:pt modelId="{7B38852B-A895-4DD6-83A3-BDD0298EE99A}" type="pres">
      <dgm:prSet presAssocID="{A1BEA0EB-D5D1-4FCA-A2EC-332AF76ED99B}" presName="sibTrans" presStyleCnt="0"/>
      <dgm:spPr/>
    </dgm:pt>
    <dgm:pt modelId="{139AC6C8-F881-4969-B43F-9D30FF4740F7}" type="pres">
      <dgm:prSet presAssocID="{A2DEDFF3-F132-43C4-B4E5-7F2CBC064B81}" presName="compNode" presStyleCnt="0"/>
      <dgm:spPr/>
    </dgm:pt>
    <dgm:pt modelId="{C9E910C9-4987-4B21-8F52-3C1D30827E85}" type="pres">
      <dgm:prSet presAssocID="{A2DEDFF3-F132-43C4-B4E5-7F2CBC064B81}" presName="bgRect" presStyleLbl="bgShp" presStyleIdx="2" presStyleCnt="4"/>
      <dgm:spPr/>
    </dgm:pt>
    <dgm:pt modelId="{5AE597E2-990D-4B3B-BCD9-ACB88EF9C519}" type="pres">
      <dgm:prSet presAssocID="{A2DEDFF3-F132-43C4-B4E5-7F2CBC064B8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8AAA5E8D-8A01-49B9-A296-592ADCA493CA}" type="pres">
      <dgm:prSet presAssocID="{A2DEDFF3-F132-43C4-B4E5-7F2CBC064B81}" presName="spaceRect" presStyleCnt="0"/>
      <dgm:spPr/>
    </dgm:pt>
    <dgm:pt modelId="{36DFAFB8-3098-4804-914A-14DA01232AC3}" type="pres">
      <dgm:prSet presAssocID="{A2DEDFF3-F132-43C4-B4E5-7F2CBC064B81}" presName="parTx" presStyleLbl="revTx" presStyleIdx="2" presStyleCnt="4">
        <dgm:presLayoutVars>
          <dgm:chMax val="0"/>
          <dgm:chPref val="0"/>
        </dgm:presLayoutVars>
      </dgm:prSet>
      <dgm:spPr/>
    </dgm:pt>
    <dgm:pt modelId="{DA8A5FD2-1FC7-4F1C-8A27-8C26020AC431}" type="pres">
      <dgm:prSet presAssocID="{B87F3FF3-FBB1-42EE-B030-FAD188095905}" presName="sibTrans" presStyleCnt="0"/>
      <dgm:spPr/>
    </dgm:pt>
    <dgm:pt modelId="{47E3EF55-45B7-45E4-B1A5-CB3756EC4500}" type="pres">
      <dgm:prSet presAssocID="{DDAEA6D5-B0D9-4CE6-84BC-B9865841AAFC}" presName="compNode" presStyleCnt="0"/>
      <dgm:spPr/>
    </dgm:pt>
    <dgm:pt modelId="{32B5350C-1C6F-4471-9C17-6CFA87218E26}" type="pres">
      <dgm:prSet presAssocID="{DDAEA6D5-B0D9-4CE6-84BC-B9865841AAFC}" presName="bgRect" presStyleLbl="bgShp" presStyleIdx="3" presStyleCnt="4"/>
      <dgm:spPr/>
    </dgm:pt>
    <dgm:pt modelId="{C5F9FDDC-3050-4348-883B-534A3F557FA5}" type="pres">
      <dgm:prSet presAssocID="{DDAEA6D5-B0D9-4CE6-84BC-B9865841AAF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131BEB98-26F1-4BAC-AAE0-C8F135F4154B}" type="pres">
      <dgm:prSet presAssocID="{DDAEA6D5-B0D9-4CE6-84BC-B9865841AAFC}" presName="spaceRect" presStyleCnt="0"/>
      <dgm:spPr/>
    </dgm:pt>
    <dgm:pt modelId="{B0787302-9319-412A-87A8-33CC7293A29E}" type="pres">
      <dgm:prSet presAssocID="{DDAEA6D5-B0D9-4CE6-84BC-B9865841AAFC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648FC004-C78E-404C-BC6C-BA37E9D67620}" type="presOf" srcId="{571EF9A3-0EA9-4919-868A-7B282C7D7A0C}" destId="{86467BC2-D6D9-428A-847B-D7872D278CA5}" srcOrd="0" destOrd="0" presId="urn:microsoft.com/office/officeart/2018/2/layout/IconVerticalSolidList"/>
    <dgm:cxn modelId="{7A71343F-E8DB-4D44-9726-CB5117F6C93F}" srcId="{571EF9A3-0EA9-4919-868A-7B282C7D7A0C}" destId="{A2DEDFF3-F132-43C4-B4E5-7F2CBC064B81}" srcOrd="2" destOrd="0" parTransId="{54599FEA-36B6-491E-9E73-B29C528CD74E}" sibTransId="{B87F3FF3-FBB1-42EE-B030-FAD188095905}"/>
    <dgm:cxn modelId="{FF8DF563-4324-430B-A1F3-46662D3F4401}" type="presOf" srcId="{2F39A81A-0638-4928-8CFC-4045F1AF5693}" destId="{860F9F6D-9B89-4AAC-AAD2-3F0A62D7405C}" srcOrd="0" destOrd="0" presId="urn:microsoft.com/office/officeart/2018/2/layout/IconVerticalSolidList"/>
    <dgm:cxn modelId="{EA31D06E-429B-4CB2-9A11-292142ACBC3A}" srcId="{571EF9A3-0EA9-4919-868A-7B282C7D7A0C}" destId="{B656026A-2172-40F9-9BFD-444A804876A6}" srcOrd="0" destOrd="0" parTransId="{B7AC469E-0833-44AA-8C73-89CD8D086C45}" sibTransId="{8C7761C8-5152-44C3-839E-9BA79831AA9C}"/>
    <dgm:cxn modelId="{453C5958-6B98-4614-854B-E4E3DB82F060}" type="presOf" srcId="{B656026A-2172-40F9-9BFD-444A804876A6}" destId="{DF48E14A-2AC3-402B-8620-804DAEAD4675}" srcOrd="0" destOrd="0" presId="urn:microsoft.com/office/officeart/2018/2/layout/IconVerticalSolidList"/>
    <dgm:cxn modelId="{7C314595-968B-4E1F-9587-20F10AF9583E}" srcId="{571EF9A3-0EA9-4919-868A-7B282C7D7A0C}" destId="{DDAEA6D5-B0D9-4CE6-84BC-B9865841AAFC}" srcOrd="3" destOrd="0" parTransId="{5112F39C-AF89-4EC3-9620-4C7231A11BB0}" sibTransId="{5289723E-7094-4EA9-9AE5-CDF5B81B3AC4}"/>
    <dgm:cxn modelId="{09FA7497-6A04-4500-957C-8AECB5DE63DD}" srcId="{571EF9A3-0EA9-4919-868A-7B282C7D7A0C}" destId="{2F39A81A-0638-4928-8CFC-4045F1AF5693}" srcOrd="1" destOrd="0" parTransId="{FA857452-6ADE-4D6C-9EEF-B45C78DE294D}" sibTransId="{A1BEA0EB-D5D1-4FCA-A2EC-332AF76ED99B}"/>
    <dgm:cxn modelId="{E4B1B89A-BE15-402C-9C5B-A4D8BA453EB1}" type="presOf" srcId="{A2DEDFF3-F132-43C4-B4E5-7F2CBC064B81}" destId="{36DFAFB8-3098-4804-914A-14DA01232AC3}" srcOrd="0" destOrd="0" presId="urn:microsoft.com/office/officeart/2018/2/layout/IconVerticalSolidList"/>
    <dgm:cxn modelId="{1E732ECB-9434-4DB1-9DDB-A4072928995E}" type="presOf" srcId="{DDAEA6D5-B0D9-4CE6-84BC-B9865841AAFC}" destId="{B0787302-9319-412A-87A8-33CC7293A29E}" srcOrd="0" destOrd="0" presId="urn:microsoft.com/office/officeart/2018/2/layout/IconVerticalSolidList"/>
    <dgm:cxn modelId="{A9B14BA6-3119-45AF-A3EA-C4350C5D4D9D}" type="presParOf" srcId="{86467BC2-D6D9-428A-847B-D7872D278CA5}" destId="{8FE6596E-3FF3-475C-A4F1-666A86775468}" srcOrd="0" destOrd="0" presId="urn:microsoft.com/office/officeart/2018/2/layout/IconVerticalSolidList"/>
    <dgm:cxn modelId="{4FD1C794-F5F8-4394-98CD-27550FCFF93B}" type="presParOf" srcId="{8FE6596E-3FF3-475C-A4F1-666A86775468}" destId="{1FE659FA-59C2-48C7-8DA9-7D56EED866D2}" srcOrd="0" destOrd="0" presId="urn:microsoft.com/office/officeart/2018/2/layout/IconVerticalSolidList"/>
    <dgm:cxn modelId="{92C88DD6-0207-4F2B-9AE4-29F6D2547C23}" type="presParOf" srcId="{8FE6596E-3FF3-475C-A4F1-666A86775468}" destId="{42377057-9556-4620-9AFF-4025FD99C631}" srcOrd="1" destOrd="0" presId="urn:microsoft.com/office/officeart/2018/2/layout/IconVerticalSolidList"/>
    <dgm:cxn modelId="{D4CFFBDC-ED02-42D4-9695-CB4DC8880B6F}" type="presParOf" srcId="{8FE6596E-3FF3-475C-A4F1-666A86775468}" destId="{AA9F9142-CB45-4438-AA1E-08E54C4481F3}" srcOrd="2" destOrd="0" presId="urn:microsoft.com/office/officeart/2018/2/layout/IconVerticalSolidList"/>
    <dgm:cxn modelId="{09796A53-3154-4C8C-9E1B-A31A26B3A23C}" type="presParOf" srcId="{8FE6596E-3FF3-475C-A4F1-666A86775468}" destId="{DF48E14A-2AC3-402B-8620-804DAEAD4675}" srcOrd="3" destOrd="0" presId="urn:microsoft.com/office/officeart/2018/2/layout/IconVerticalSolidList"/>
    <dgm:cxn modelId="{FF2C544E-723D-47BF-B4D4-58B629C63C16}" type="presParOf" srcId="{86467BC2-D6D9-428A-847B-D7872D278CA5}" destId="{59652386-EE84-43DD-B5A6-7FD0030DA85F}" srcOrd="1" destOrd="0" presId="urn:microsoft.com/office/officeart/2018/2/layout/IconVerticalSolidList"/>
    <dgm:cxn modelId="{5C1B9175-C25C-428C-8BFB-321A3429C846}" type="presParOf" srcId="{86467BC2-D6D9-428A-847B-D7872D278CA5}" destId="{C0100E01-089A-402B-8BCD-09A4B28C940E}" srcOrd="2" destOrd="0" presId="urn:microsoft.com/office/officeart/2018/2/layout/IconVerticalSolidList"/>
    <dgm:cxn modelId="{C39DB046-70BD-4F7A-8CF5-FC7ACAA41724}" type="presParOf" srcId="{C0100E01-089A-402B-8BCD-09A4B28C940E}" destId="{856BAABB-1B9E-450F-B966-75CEE11A98DF}" srcOrd="0" destOrd="0" presId="urn:microsoft.com/office/officeart/2018/2/layout/IconVerticalSolidList"/>
    <dgm:cxn modelId="{F912ECFD-7966-4B77-AB6B-A554AC0C383B}" type="presParOf" srcId="{C0100E01-089A-402B-8BCD-09A4B28C940E}" destId="{C414BA09-5C1A-4610-B07E-6C643B9D0EAC}" srcOrd="1" destOrd="0" presId="urn:microsoft.com/office/officeart/2018/2/layout/IconVerticalSolidList"/>
    <dgm:cxn modelId="{23ABA021-55D0-472C-A316-4D7EBE3BA22E}" type="presParOf" srcId="{C0100E01-089A-402B-8BCD-09A4B28C940E}" destId="{6DB308D8-52F9-4AF8-ABA0-B88F9D5E96FC}" srcOrd="2" destOrd="0" presId="urn:microsoft.com/office/officeart/2018/2/layout/IconVerticalSolidList"/>
    <dgm:cxn modelId="{54AA48A6-98FA-4E7D-AFA2-6B91D0DAC8BC}" type="presParOf" srcId="{C0100E01-089A-402B-8BCD-09A4B28C940E}" destId="{860F9F6D-9B89-4AAC-AAD2-3F0A62D7405C}" srcOrd="3" destOrd="0" presId="urn:microsoft.com/office/officeart/2018/2/layout/IconVerticalSolidList"/>
    <dgm:cxn modelId="{67E42389-CEF0-4476-93A9-3798420C1313}" type="presParOf" srcId="{86467BC2-D6D9-428A-847B-D7872D278CA5}" destId="{7B38852B-A895-4DD6-83A3-BDD0298EE99A}" srcOrd="3" destOrd="0" presId="urn:microsoft.com/office/officeart/2018/2/layout/IconVerticalSolidList"/>
    <dgm:cxn modelId="{7EC3A98D-0A70-435B-8E1E-21E3B9C4BF3E}" type="presParOf" srcId="{86467BC2-D6D9-428A-847B-D7872D278CA5}" destId="{139AC6C8-F881-4969-B43F-9D30FF4740F7}" srcOrd="4" destOrd="0" presId="urn:microsoft.com/office/officeart/2018/2/layout/IconVerticalSolidList"/>
    <dgm:cxn modelId="{E6E9BD34-7A45-4913-A810-167FA9535629}" type="presParOf" srcId="{139AC6C8-F881-4969-B43F-9D30FF4740F7}" destId="{C9E910C9-4987-4B21-8F52-3C1D30827E85}" srcOrd="0" destOrd="0" presId="urn:microsoft.com/office/officeart/2018/2/layout/IconVerticalSolidList"/>
    <dgm:cxn modelId="{6B2308C2-7AE7-4B67-B24B-A82E77CAD2E9}" type="presParOf" srcId="{139AC6C8-F881-4969-B43F-9D30FF4740F7}" destId="{5AE597E2-990D-4B3B-BCD9-ACB88EF9C519}" srcOrd="1" destOrd="0" presId="urn:microsoft.com/office/officeart/2018/2/layout/IconVerticalSolidList"/>
    <dgm:cxn modelId="{4FE8AE8F-A63A-4951-A6FC-9AB7FE8A8F75}" type="presParOf" srcId="{139AC6C8-F881-4969-B43F-9D30FF4740F7}" destId="{8AAA5E8D-8A01-49B9-A296-592ADCA493CA}" srcOrd="2" destOrd="0" presId="urn:microsoft.com/office/officeart/2018/2/layout/IconVerticalSolidList"/>
    <dgm:cxn modelId="{826AC6DE-38C4-4C32-A7BD-B093FC5E591B}" type="presParOf" srcId="{139AC6C8-F881-4969-B43F-9D30FF4740F7}" destId="{36DFAFB8-3098-4804-914A-14DA01232AC3}" srcOrd="3" destOrd="0" presId="urn:microsoft.com/office/officeart/2018/2/layout/IconVerticalSolidList"/>
    <dgm:cxn modelId="{3FFE2A89-5062-4B7D-8CB6-12975A506FB9}" type="presParOf" srcId="{86467BC2-D6D9-428A-847B-D7872D278CA5}" destId="{DA8A5FD2-1FC7-4F1C-8A27-8C26020AC431}" srcOrd="5" destOrd="0" presId="urn:microsoft.com/office/officeart/2018/2/layout/IconVerticalSolidList"/>
    <dgm:cxn modelId="{4B15C157-05C0-4169-8A48-AD15BCF5B526}" type="presParOf" srcId="{86467BC2-D6D9-428A-847B-D7872D278CA5}" destId="{47E3EF55-45B7-45E4-B1A5-CB3756EC4500}" srcOrd="6" destOrd="0" presId="urn:microsoft.com/office/officeart/2018/2/layout/IconVerticalSolidList"/>
    <dgm:cxn modelId="{E44839E9-096B-4160-BA37-BF954991A4F0}" type="presParOf" srcId="{47E3EF55-45B7-45E4-B1A5-CB3756EC4500}" destId="{32B5350C-1C6F-4471-9C17-6CFA87218E26}" srcOrd="0" destOrd="0" presId="urn:microsoft.com/office/officeart/2018/2/layout/IconVerticalSolidList"/>
    <dgm:cxn modelId="{15FC589B-8DF5-405D-95D9-4FE1F26C65E8}" type="presParOf" srcId="{47E3EF55-45B7-45E4-B1A5-CB3756EC4500}" destId="{C5F9FDDC-3050-4348-883B-534A3F557FA5}" srcOrd="1" destOrd="0" presId="urn:microsoft.com/office/officeart/2018/2/layout/IconVerticalSolidList"/>
    <dgm:cxn modelId="{7A2711BD-BEAB-4251-B313-756BF1EDCA51}" type="presParOf" srcId="{47E3EF55-45B7-45E4-B1A5-CB3756EC4500}" destId="{131BEB98-26F1-4BAC-AAE0-C8F135F4154B}" srcOrd="2" destOrd="0" presId="urn:microsoft.com/office/officeart/2018/2/layout/IconVerticalSolidList"/>
    <dgm:cxn modelId="{C87D295C-DD17-4984-A13A-18B9D007E1F2}" type="presParOf" srcId="{47E3EF55-45B7-45E4-B1A5-CB3756EC4500}" destId="{B0787302-9319-412A-87A8-33CC7293A29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145D172-856D-4002-9AB9-7A6F6CBF1A7E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EBB2F608-E33C-4856-ABB6-BC1BBEF106AB}">
      <dgm:prSet/>
      <dgm:spPr/>
      <dgm:t>
        <a:bodyPr/>
        <a:lstStyle/>
        <a:p>
          <a:pPr>
            <a:defRPr cap="all"/>
          </a:pPr>
          <a:r>
            <a:rPr lang="en-US"/>
            <a:t>Security: Contracts stay on your local disk.</a:t>
          </a:r>
        </a:p>
      </dgm:t>
    </dgm:pt>
    <dgm:pt modelId="{4576E14A-21E2-4464-AC5E-DA5D81BB16C1}" type="parTrans" cxnId="{6E219921-5864-4619-8D5A-8499BA7DB848}">
      <dgm:prSet/>
      <dgm:spPr/>
      <dgm:t>
        <a:bodyPr/>
        <a:lstStyle/>
        <a:p>
          <a:endParaRPr lang="en-US"/>
        </a:p>
      </dgm:t>
    </dgm:pt>
    <dgm:pt modelId="{CE6A7EDF-93C0-4BEE-AEC9-22142DEC00FB}" type="sibTrans" cxnId="{6E219921-5864-4619-8D5A-8499BA7DB848}">
      <dgm:prSet/>
      <dgm:spPr/>
      <dgm:t>
        <a:bodyPr/>
        <a:lstStyle/>
        <a:p>
          <a:endParaRPr lang="en-US"/>
        </a:p>
      </dgm:t>
    </dgm:pt>
    <dgm:pt modelId="{8C6E7F02-13BA-4C64-B031-7BED587E5A4B}">
      <dgm:prSet/>
      <dgm:spPr/>
      <dgm:t>
        <a:bodyPr/>
        <a:lstStyle/>
        <a:p>
          <a:pPr>
            <a:defRPr cap="all"/>
          </a:pPr>
          <a:r>
            <a:rPr lang="en-US"/>
            <a:t>Speed: No network latency or API rate limits.</a:t>
          </a:r>
        </a:p>
      </dgm:t>
    </dgm:pt>
    <dgm:pt modelId="{7D65AEED-6753-40A1-A6E6-2CC956C67F52}" type="parTrans" cxnId="{7F657BC0-8198-4782-8053-B3E8300999B7}">
      <dgm:prSet/>
      <dgm:spPr/>
      <dgm:t>
        <a:bodyPr/>
        <a:lstStyle/>
        <a:p>
          <a:endParaRPr lang="en-US"/>
        </a:p>
      </dgm:t>
    </dgm:pt>
    <dgm:pt modelId="{0DF7B9CB-6497-44B4-BFAD-9F613E29F003}" type="sibTrans" cxnId="{7F657BC0-8198-4782-8053-B3E8300999B7}">
      <dgm:prSet/>
      <dgm:spPr/>
      <dgm:t>
        <a:bodyPr/>
        <a:lstStyle/>
        <a:p>
          <a:endParaRPr lang="en-US"/>
        </a:p>
      </dgm:t>
    </dgm:pt>
    <dgm:pt modelId="{824EA5FF-738F-4C13-8F16-999903AC52DD}">
      <dgm:prSet/>
      <dgm:spPr/>
      <dgm:t>
        <a:bodyPr/>
        <a:lstStyle/>
        <a:p>
          <a:pPr>
            <a:defRPr cap="all"/>
          </a:pPr>
          <a:r>
            <a:rPr lang="en-US"/>
            <a:t>Cost: Zero token costs or monthly subscriptions.</a:t>
          </a:r>
        </a:p>
      </dgm:t>
    </dgm:pt>
    <dgm:pt modelId="{BE75B25E-3C9F-4341-988C-605F6D32D473}" type="parTrans" cxnId="{D12EE45A-DF4B-4142-BF9C-2187A4478261}">
      <dgm:prSet/>
      <dgm:spPr/>
      <dgm:t>
        <a:bodyPr/>
        <a:lstStyle/>
        <a:p>
          <a:endParaRPr lang="en-US"/>
        </a:p>
      </dgm:t>
    </dgm:pt>
    <dgm:pt modelId="{F600D1C1-B0EC-4E69-B071-A41E3DC66FF7}" type="sibTrans" cxnId="{D12EE45A-DF4B-4142-BF9C-2187A4478261}">
      <dgm:prSet/>
      <dgm:spPr/>
      <dgm:t>
        <a:bodyPr/>
        <a:lstStyle/>
        <a:p>
          <a:endParaRPr lang="en-US"/>
        </a:p>
      </dgm:t>
    </dgm:pt>
    <dgm:pt modelId="{4C73F4A0-27B8-457E-92E4-0FD3F0519558}" type="pres">
      <dgm:prSet presAssocID="{3145D172-856D-4002-9AB9-7A6F6CBF1A7E}" presName="root" presStyleCnt="0">
        <dgm:presLayoutVars>
          <dgm:dir/>
          <dgm:resizeHandles val="exact"/>
        </dgm:presLayoutVars>
      </dgm:prSet>
      <dgm:spPr/>
    </dgm:pt>
    <dgm:pt modelId="{42D76307-806B-4317-A631-3D7B1937D3FB}" type="pres">
      <dgm:prSet presAssocID="{EBB2F608-E33C-4856-ABB6-BC1BBEF106AB}" presName="compNode" presStyleCnt="0"/>
      <dgm:spPr/>
    </dgm:pt>
    <dgm:pt modelId="{0B3BF0D4-069A-4247-B40C-9ABC83352996}" type="pres">
      <dgm:prSet presAssocID="{EBB2F608-E33C-4856-ABB6-BC1BBEF106AB}" presName="iconBgRect" presStyleLbl="bgShp" presStyleIdx="0" presStyleCnt="3"/>
      <dgm:spPr/>
    </dgm:pt>
    <dgm:pt modelId="{91F995D9-2682-46E6-91C2-A680E7DB81D6}" type="pres">
      <dgm:prSet presAssocID="{EBB2F608-E33C-4856-ABB6-BC1BBEF106A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k"/>
        </a:ext>
      </dgm:extLst>
    </dgm:pt>
    <dgm:pt modelId="{C0B1E5EC-0A59-40C8-B073-1F16B99C575C}" type="pres">
      <dgm:prSet presAssocID="{EBB2F608-E33C-4856-ABB6-BC1BBEF106AB}" presName="spaceRect" presStyleCnt="0"/>
      <dgm:spPr/>
    </dgm:pt>
    <dgm:pt modelId="{BA41FA52-EECF-4591-A2C6-1D8C0925E032}" type="pres">
      <dgm:prSet presAssocID="{EBB2F608-E33C-4856-ABB6-BC1BBEF106AB}" presName="textRect" presStyleLbl="revTx" presStyleIdx="0" presStyleCnt="3">
        <dgm:presLayoutVars>
          <dgm:chMax val="1"/>
          <dgm:chPref val="1"/>
        </dgm:presLayoutVars>
      </dgm:prSet>
      <dgm:spPr/>
    </dgm:pt>
    <dgm:pt modelId="{54C6CBF9-8203-4849-8625-45BD51FC17A9}" type="pres">
      <dgm:prSet presAssocID="{CE6A7EDF-93C0-4BEE-AEC9-22142DEC00FB}" presName="sibTrans" presStyleCnt="0"/>
      <dgm:spPr/>
    </dgm:pt>
    <dgm:pt modelId="{1B58A90A-77BD-4681-989F-DACFD5E2B948}" type="pres">
      <dgm:prSet presAssocID="{8C6E7F02-13BA-4C64-B031-7BED587E5A4B}" presName="compNode" presStyleCnt="0"/>
      <dgm:spPr/>
    </dgm:pt>
    <dgm:pt modelId="{550CCB95-3AB1-4D15-B675-BE0423A74129}" type="pres">
      <dgm:prSet presAssocID="{8C6E7F02-13BA-4C64-B031-7BED587E5A4B}" presName="iconBgRect" presStyleLbl="bgShp" presStyleIdx="1" presStyleCnt="3"/>
      <dgm:spPr/>
    </dgm:pt>
    <dgm:pt modelId="{B6B9686B-B1DE-4617-AF94-9B57371CF1A9}" type="pres">
      <dgm:prSet presAssocID="{8C6E7F02-13BA-4C64-B031-7BED587E5A4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0B02D29A-A822-41DB-ACA1-F4B5DEAB5FA2}" type="pres">
      <dgm:prSet presAssocID="{8C6E7F02-13BA-4C64-B031-7BED587E5A4B}" presName="spaceRect" presStyleCnt="0"/>
      <dgm:spPr/>
    </dgm:pt>
    <dgm:pt modelId="{A82EB84E-9259-4169-8104-FB2D09802525}" type="pres">
      <dgm:prSet presAssocID="{8C6E7F02-13BA-4C64-B031-7BED587E5A4B}" presName="textRect" presStyleLbl="revTx" presStyleIdx="1" presStyleCnt="3">
        <dgm:presLayoutVars>
          <dgm:chMax val="1"/>
          <dgm:chPref val="1"/>
        </dgm:presLayoutVars>
      </dgm:prSet>
      <dgm:spPr/>
    </dgm:pt>
    <dgm:pt modelId="{4FAC1A02-A425-469D-B6BD-F49591C87470}" type="pres">
      <dgm:prSet presAssocID="{0DF7B9CB-6497-44B4-BFAD-9F613E29F003}" presName="sibTrans" presStyleCnt="0"/>
      <dgm:spPr/>
    </dgm:pt>
    <dgm:pt modelId="{2E9BCB68-6BD0-4760-80EB-FFB160AD0404}" type="pres">
      <dgm:prSet presAssocID="{824EA5FF-738F-4C13-8F16-999903AC52DD}" presName="compNode" presStyleCnt="0"/>
      <dgm:spPr/>
    </dgm:pt>
    <dgm:pt modelId="{262438DB-3E84-4390-837B-FE596A4FC6A4}" type="pres">
      <dgm:prSet presAssocID="{824EA5FF-738F-4C13-8F16-999903AC52DD}" presName="iconBgRect" presStyleLbl="bgShp" presStyleIdx="2" presStyleCnt="3"/>
      <dgm:spPr/>
    </dgm:pt>
    <dgm:pt modelId="{DE66955E-7F6E-474C-86E7-4CCAFA240785}" type="pres">
      <dgm:prSet presAssocID="{824EA5FF-738F-4C13-8F16-999903AC52D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2FFDE50C-BF3F-422E-B26F-4A4BCE3B56F4}" type="pres">
      <dgm:prSet presAssocID="{824EA5FF-738F-4C13-8F16-999903AC52DD}" presName="spaceRect" presStyleCnt="0"/>
      <dgm:spPr/>
    </dgm:pt>
    <dgm:pt modelId="{D636E62E-4FA4-4FB0-BB86-7537F8D95697}" type="pres">
      <dgm:prSet presAssocID="{824EA5FF-738F-4C13-8F16-999903AC52DD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6E219921-5864-4619-8D5A-8499BA7DB848}" srcId="{3145D172-856D-4002-9AB9-7A6F6CBF1A7E}" destId="{EBB2F608-E33C-4856-ABB6-BC1BBEF106AB}" srcOrd="0" destOrd="0" parTransId="{4576E14A-21E2-4464-AC5E-DA5D81BB16C1}" sibTransId="{CE6A7EDF-93C0-4BEE-AEC9-22142DEC00FB}"/>
    <dgm:cxn modelId="{75B68A3A-7B14-4F70-8F74-01BA88D011D5}" type="presOf" srcId="{824EA5FF-738F-4C13-8F16-999903AC52DD}" destId="{D636E62E-4FA4-4FB0-BB86-7537F8D95697}" srcOrd="0" destOrd="0" presId="urn:microsoft.com/office/officeart/2018/5/layout/IconCircleLabelList"/>
    <dgm:cxn modelId="{D12EE45A-DF4B-4142-BF9C-2187A4478261}" srcId="{3145D172-856D-4002-9AB9-7A6F6CBF1A7E}" destId="{824EA5FF-738F-4C13-8F16-999903AC52DD}" srcOrd="2" destOrd="0" parTransId="{BE75B25E-3C9F-4341-988C-605F6D32D473}" sibTransId="{F600D1C1-B0EC-4E69-B071-A41E3DC66FF7}"/>
    <dgm:cxn modelId="{7F657BC0-8198-4782-8053-B3E8300999B7}" srcId="{3145D172-856D-4002-9AB9-7A6F6CBF1A7E}" destId="{8C6E7F02-13BA-4C64-B031-7BED587E5A4B}" srcOrd="1" destOrd="0" parTransId="{7D65AEED-6753-40A1-A6E6-2CC956C67F52}" sibTransId="{0DF7B9CB-6497-44B4-BFAD-9F613E29F003}"/>
    <dgm:cxn modelId="{93A8F2D8-6CB2-4BC0-9736-9FC0D8CD66C0}" type="presOf" srcId="{8C6E7F02-13BA-4C64-B031-7BED587E5A4B}" destId="{A82EB84E-9259-4169-8104-FB2D09802525}" srcOrd="0" destOrd="0" presId="urn:microsoft.com/office/officeart/2018/5/layout/IconCircleLabelList"/>
    <dgm:cxn modelId="{0748A2F1-D6E8-491E-B65E-7668CAEE7ED3}" type="presOf" srcId="{3145D172-856D-4002-9AB9-7A6F6CBF1A7E}" destId="{4C73F4A0-27B8-457E-92E4-0FD3F0519558}" srcOrd="0" destOrd="0" presId="urn:microsoft.com/office/officeart/2018/5/layout/IconCircleLabelList"/>
    <dgm:cxn modelId="{6EF926FD-541E-4275-9773-79D5444EC9B2}" type="presOf" srcId="{EBB2F608-E33C-4856-ABB6-BC1BBEF106AB}" destId="{BA41FA52-EECF-4591-A2C6-1D8C0925E032}" srcOrd="0" destOrd="0" presId="urn:microsoft.com/office/officeart/2018/5/layout/IconCircleLabelList"/>
    <dgm:cxn modelId="{D8BA25B7-C2C7-402A-8FFF-835C6EBAAE1F}" type="presParOf" srcId="{4C73F4A0-27B8-457E-92E4-0FD3F0519558}" destId="{42D76307-806B-4317-A631-3D7B1937D3FB}" srcOrd="0" destOrd="0" presId="urn:microsoft.com/office/officeart/2018/5/layout/IconCircleLabelList"/>
    <dgm:cxn modelId="{C5490024-4C22-45E5-A9B5-3026A8780E82}" type="presParOf" srcId="{42D76307-806B-4317-A631-3D7B1937D3FB}" destId="{0B3BF0D4-069A-4247-B40C-9ABC83352996}" srcOrd="0" destOrd="0" presId="urn:microsoft.com/office/officeart/2018/5/layout/IconCircleLabelList"/>
    <dgm:cxn modelId="{38E3F19D-A90D-4157-A764-CAAE549C804B}" type="presParOf" srcId="{42D76307-806B-4317-A631-3D7B1937D3FB}" destId="{91F995D9-2682-46E6-91C2-A680E7DB81D6}" srcOrd="1" destOrd="0" presId="urn:microsoft.com/office/officeart/2018/5/layout/IconCircleLabelList"/>
    <dgm:cxn modelId="{A8CBCE66-CA6C-42F3-8C5E-F18BE03DF06C}" type="presParOf" srcId="{42D76307-806B-4317-A631-3D7B1937D3FB}" destId="{C0B1E5EC-0A59-40C8-B073-1F16B99C575C}" srcOrd="2" destOrd="0" presId="urn:microsoft.com/office/officeart/2018/5/layout/IconCircleLabelList"/>
    <dgm:cxn modelId="{95454A9B-2132-4224-AF6C-6452DAEA8036}" type="presParOf" srcId="{42D76307-806B-4317-A631-3D7B1937D3FB}" destId="{BA41FA52-EECF-4591-A2C6-1D8C0925E032}" srcOrd="3" destOrd="0" presId="urn:microsoft.com/office/officeart/2018/5/layout/IconCircleLabelList"/>
    <dgm:cxn modelId="{9D945F00-A0C6-4CC4-AAA0-E9A06F60692B}" type="presParOf" srcId="{4C73F4A0-27B8-457E-92E4-0FD3F0519558}" destId="{54C6CBF9-8203-4849-8625-45BD51FC17A9}" srcOrd="1" destOrd="0" presId="urn:microsoft.com/office/officeart/2018/5/layout/IconCircleLabelList"/>
    <dgm:cxn modelId="{88303DAF-2B50-4316-ADA0-499494FC91C5}" type="presParOf" srcId="{4C73F4A0-27B8-457E-92E4-0FD3F0519558}" destId="{1B58A90A-77BD-4681-989F-DACFD5E2B948}" srcOrd="2" destOrd="0" presId="urn:microsoft.com/office/officeart/2018/5/layout/IconCircleLabelList"/>
    <dgm:cxn modelId="{B786AF0F-B93A-40B3-9DC4-A3E4CE5135DB}" type="presParOf" srcId="{1B58A90A-77BD-4681-989F-DACFD5E2B948}" destId="{550CCB95-3AB1-4D15-B675-BE0423A74129}" srcOrd="0" destOrd="0" presId="urn:microsoft.com/office/officeart/2018/5/layout/IconCircleLabelList"/>
    <dgm:cxn modelId="{A3BBD449-9EBA-41AB-A24E-0D584D26506D}" type="presParOf" srcId="{1B58A90A-77BD-4681-989F-DACFD5E2B948}" destId="{B6B9686B-B1DE-4617-AF94-9B57371CF1A9}" srcOrd="1" destOrd="0" presId="urn:microsoft.com/office/officeart/2018/5/layout/IconCircleLabelList"/>
    <dgm:cxn modelId="{68D27F2C-88BB-494A-9570-0BF0BF9F5E81}" type="presParOf" srcId="{1B58A90A-77BD-4681-989F-DACFD5E2B948}" destId="{0B02D29A-A822-41DB-ACA1-F4B5DEAB5FA2}" srcOrd="2" destOrd="0" presId="urn:microsoft.com/office/officeart/2018/5/layout/IconCircleLabelList"/>
    <dgm:cxn modelId="{C25D8BEC-40B0-4D88-8C33-899940A892E2}" type="presParOf" srcId="{1B58A90A-77BD-4681-989F-DACFD5E2B948}" destId="{A82EB84E-9259-4169-8104-FB2D09802525}" srcOrd="3" destOrd="0" presId="urn:microsoft.com/office/officeart/2018/5/layout/IconCircleLabelList"/>
    <dgm:cxn modelId="{4369EADD-3D8E-47C7-8E18-AC7B07ED8F46}" type="presParOf" srcId="{4C73F4A0-27B8-457E-92E4-0FD3F0519558}" destId="{4FAC1A02-A425-469D-B6BD-F49591C87470}" srcOrd="3" destOrd="0" presId="urn:microsoft.com/office/officeart/2018/5/layout/IconCircleLabelList"/>
    <dgm:cxn modelId="{40ACB29E-3806-471F-8A35-E17D0C9D4AFC}" type="presParOf" srcId="{4C73F4A0-27B8-457E-92E4-0FD3F0519558}" destId="{2E9BCB68-6BD0-4760-80EB-FFB160AD0404}" srcOrd="4" destOrd="0" presId="urn:microsoft.com/office/officeart/2018/5/layout/IconCircleLabelList"/>
    <dgm:cxn modelId="{3077B759-7AB6-40E8-B768-0E54571CD49D}" type="presParOf" srcId="{2E9BCB68-6BD0-4760-80EB-FFB160AD0404}" destId="{262438DB-3E84-4390-837B-FE596A4FC6A4}" srcOrd="0" destOrd="0" presId="urn:microsoft.com/office/officeart/2018/5/layout/IconCircleLabelList"/>
    <dgm:cxn modelId="{52E249F0-55D4-46E1-A7F4-9D8476DAD828}" type="presParOf" srcId="{2E9BCB68-6BD0-4760-80EB-FFB160AD0404}" destId="{DE66955E-7F6E-474C-86E7-4CCAFA240785}" srcOrd="1" destOrd="0" presId="urn:microsoft.com/office/officeart/2018/5/layout/IconCircleLabelList"/>
    <dgm:cxn modelId="{AE73B33D-5233-4D08-B9EC-6304D81340C9}" type="presParOf" srcId="{2E9BCB68-6BD0-4760-80EB-FFB160AD0404}" destId="{2FFDE50C-BF3F-422E-B26F-4A4BCE3B56F4}" srcOrd="2" destOrd="0" presId="urn:microsoft.com/office/officeart/2018/5/layout/IconCircleLabelList"/>
    <dgm:cxn modelId="{B7B6679D-9EA3-444B-9B1E-8A0B5A734187}" type="presParOf" srcId="{2E9BCB68-6BD0-4760-80EB-FFB160AD0404}" destId="{D636E62E-4FA4-4FB0-BB86-7537F8D95697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F6E3CF-9860-45D7-9E1B-D1C466D80F2A}">
      <dsp:nvSpPr>
        <dsp:cNvPr id="0" name=""/>
        <dsp:cNvSpPr/>
      </dsp:nvSpPr>
      <dsp:spPr>
        <a:xfrm>
          <a:off x="0" y="0"/>
          <a:ext cx="4647500" cy="90511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Static Knowledge: LLMs are frozen in time (training cutoffs).</a:t>
          </a:r>
        </a:p>
      </dsp:txBody>
      <dsp:txXfrm>
        <a:off x="26510" y="26510"/>
        <a:ext cx="3670812" cy="852093"/>
      </dsp:txXfrm>
    </dsp:sp>
    <dsp:sp modelId="{8346E21A-0020-423E-9E3A-AEB1AAA063AF}">
      <dsp:nvSpPr>
        <dsp:cNvPr id="0" name=""/>
        <dsp:cNvSpPr/>
      </dsp:nvSpPr>
      <dsp:spPr>
        <a:xfrm>
          <a:off x="410073" y="1055965"/>
          <a:ext cx="4647500" cy="90511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Hallucinations: AI guesses when it doesn't know your specific data.</a:t>
          </a:r>
        </a:p>
      </dsp:txBody>
      <dsp:txXfrm>
        <a:off x="436583" y="1082475"/>
        <a:ext cx="3596083" cy="852093"/>
      </dsp:txXfrm>
    </dsp:sp>
    <dsp:sp modelId="{80FC952A-45A4-40CB-9083-56F4AE7EACD8}">
      <dsp:nvSpPr>
        <dsp:cNvPr id="0" name=""/>
        <dsp:cNvSpPr/>
      </dsp:nvSpPr>
      <dsp:spPr>
        <a:xfrm>
          <a:off x="820147" y="2111930"/>
          <a:ext cx="4647500" cy="90511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Data Privacy: Sending sensitive contracts to the cloud is a risk.</a:t>
          </a:r>
        </a:p>
      </dsp:txBody>
      <dsp:txXfrm>
        <a:off x="846657" y="2138440"/>
        <a:ext cx="3596083" cy="852093"/>
      </dsp:txXfrm>
    </dsp:sp>
    <dsp:sp modelId="{C2B5CD4B-C414-4259-9D18-0C6C1FD63E61}">
      <dsp:nvSpPr>
        <dsp:cNvPr id="0" name=""/>
        <dsp:cNvSpPr/>
      </dsp:nvSpPr>
      <dsp:spPr>
        <a:xfrm>
          <a:off x="4059177" y="686377"/>
          <a:ext cx="588323" cy="58832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900" kern="1200"/>
        </a:p>
      </dsp:txBody>
      <dsp:txXfrm>
        <a:off x="4191550" y="686377"/>
        <a:ext cx="323577" cy="442713"/>
      </dsp:txXfrm>
    </dsp:sp>
    <dsp:sp modelId="{333C656B-0E81-4E47-927B-03CC21669DC6}">
      <dsp:nvSpPr>
        <dsp:cNvPr id="0" name=""/>
        <dsp:cNvSpPr/>
      </dsp:nvSpPr>
      <dsp:spPr>
        <a:xfrm>
          <a:off x="4469250" y="1736308"/>
          <a:ext cx="588323" cy="588323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900" kern="1200"/>
        </a:p>
      </dsp:txBody>
      <dsp:txXfrm>
        <a:off x="4601623" y="1736308"/>
        <a:ext cx="323577" cy="44271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1AE781-EB1C-4DF1-83C0-A4AE7B54E4D0}">
      <dsp:nvSpPr>
        <dsp:cNvPr id="0" name=""/>
        <dsp:cNvSpPr/>
      </dsp:nvSpPr>
      <dsp:spPr>
        <a:xfrm>
          <a:off x="0" y="2883"/>
          <a:ext cx="3173611" cy="5615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F6E357-9B4D-4BBC-82BB-B6713D392714}">
      <dsp:nvSpPr>
        <dsp:cNvPr id="0" name=""/>
        <dsp:cNvSpPr/>
      </dsp:nvSpPr>
      <dsp:spPr>
        <a:xfrm>
          <a:off x="169868" y="129232"/>
          <a:ext cx="308852" cy="30885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7F1AB1-9C4F-41CB-8A27-03E95976DCF4}">
      <dsp:nvSpPr>
        <dsp:cNvPr id="0" name=""/>
        <dsp:cNvSpPr/>
      </dsp:nvSpPr>
      <dsp:spPr>
        <a:xfrm>
          <a:off x="648590" y="2883"/>
          <a:ext cx="2496066" cy="6141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002" tIns="65002" rIns="65002" bIns="65002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 bridge between the LLM's reasoning and your private data.</a:t>
          </a:r>
        </a:p>
      </dsp:txBody>
      <dsp:txXfrm>
        <a:off x="648590" y="2883"/>
        <a:ext cx="2496066" cy="614195"/>
      </dsp:txXfrm>
    </dsp:sp>
    <dsp:sp modelId="{B0D347D1-33AA-4F33-B363-BFF76A96572A}">
      <dsp:nvSpPr>
        <dsp:cNvPr id="0" name=""/>
        <dsp:cNvSpPr/>
      </dsp:nvSpPr>
      <dsp:spPr>
        <a:xfrm>
          <a:off x="0" y="770627"/>
          <a:ext cx="3173611" cy="5615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E7C081-8426-4DE2-BB82-BEDC295F6EE9}">
      <dsp:nvSpPr>
        <dsp:cNvPr id="0" name=""/>
        <dsp:cNvSpPr/>
      </dsp:nvSpPr>
      <dsp:spPr>
        <a:xfrm>
          <a:off x="169868" y="896976"/>
          <a:ext cx="308852" cy="30885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7FD378-8A79-4658-9C95-AA2BC583A172}">
      <dsp:nvSpPr>
        <dsp:cNvPr id="0" name=""/>
        <dsp:cNvSpPr/>
      </dsp:nvSpPr>
      <dsp:spPr>
        <a:xfrm>
          <a:off x="648590" y="770627"/>
          <a:ext cx="2496066" cy="6141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002" tIns="65002" rIns="65002" bIns="65002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Concept: 'Giving the AI an Open-Book Exam.'</a:t>
          </a:r>
        </a:p>
      </dsp:txBody>
      <dsp:txXfrm>
        <a:off x="648590" y="770627"/>
        <a:ext cx="2496066" cy="614195"/>
      </dsp:txXfrm>
    </dsp:sp>
    <dsp:sp modelId="{ACD8E28A-B42E-4801-B8B1-70789BDA43D4}">
      <dsp:nvSpPr>
        <dsp:cNvPr id="0" name=""/>
        <dsp:cNvSpPr/>
      </dsp:nvSpPr>
      <dsp:spPr>
        <a:xfrm>
          <a:off x="0" y="1538371"/>
          <a:ext cx="3173611" cy="5615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201B17-188F-4322-B551-F092B518ECC3}">
      <dsp:nvSpPr>
        <dsp:cNvPr id="0" name=""/>
        <dsp:cNvSpPr/>
      </dsp:nvSpPr>
      <dsp:spPr>
        <a:xfrm>
          <a:off x="169868" y="1664720"/>
          <a:ext cx="308852" cy="30885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D91795-B285-46CB-A086-478B02101FFC}">
      <dsp:nvSpPr>
        <dsp:cNvPr id="0" name=""/>
        <dsp:cNvSpPr/>
      </dsp:nvSpPr>
      <dsp:spPr>
        <a:xfrm>
          <a:off x="648590" y="1538371"/>
          <a:ext cx="2496066" cy="6141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002" tIns="65002" rIns="65002" bIns="65002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Retrieval: Fact-finding from your documents.</a:t>
          </a:r>
        </a:p>
      </dsp:txBody>
      <dsp:txXfrm>
        <a:off x="648590" y="1538371"/>
        <a:ext cx="2496066" cy="614195"/>
      </dsp:txXfrm>
    </dsp:sp>
    <dsp:sp modelId="{0E9E53F6-4396-4F79-B528-31B423A26EF1}">
      <dsp:nvSpPr>
        <dsp:cNvPr id="0" name=""/>
        <dsp:cNvSpPr/>
      </dsp:nvSpPr>
      <dsp:spPr>
        <a:xfrm>
          <a:off x="0" y="2306115"/>
          <a:ext cx="3173611" cy="5615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C591F5-8628-4AB9-834F-62804994836E}">
      <dsp:nvSpPr>
        <dsp:cNvPr id="0" name=""/>
        <dsp:cNvSpPr/>
      </dsp:nvSpPr>
      <dsp:spPr>
        <a:xfrm>
          <a:off x="169868" y="2432464"/>
          <a:ext cx="308852" cy="30885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FEB296-A452-427D-BFDE-247847C45991}">
      <dsp:nvSpPr>
        <dsp:cNvPr id="0" name=""/>
        <dsp:cNvSpPr/>
      </dsp:nvSpPr>
      <dsp:spPr>
        <a:xfrm>
          <a:off x="648590" y="2306115"/>
          <a:ext cx="2496066" cy="6141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002" tIns="65002" rIns="65002" bIns="65002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Augmentation: Adding facts to the AI's prompt.</a:t>
          </a:r>
        </a:p>
      </dsp:txBody>
      <dsp:txXfrm>
        <a:off x="648590" y="2306115"/>
        <a:ext cx="2496066" cy="614195"/>
      </dsp:txXfrm>
    </dsp:sp>
    <dsp:sp modelId="{43EEE5E3-4A5C-4174-AD26-04D2B273EE79}">
      <dsp:nvSpPr>
        <dsp:cNvPr id="0" name=""/>
        <dsp:cNvSpPr/>
      </dsp:nvSpPr>
      <dsp:spPr>
        <a:xfrm>
          <a:off x="0" y="3073859"/>
          <a:ext cx="3173611" cy="5615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C1644B-2F53-4356-86C8-050346564550}">
      <dsp:nvSpPr>
        <dsp:cNvPr id="0" name=""/>
        <dsp:cNvSpPr/>
      </dsp:nvSpPr>
      <dsp:spPr>
        <a:xfrm>
          <a:off x="169868" y="3200208"/>
          <a:ext cx="308852" cy="30885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04337E-C914-4377-B887-E4A78CABA8F5}">
      <dsp:nvSpPr>
        <dsp:cNvPr id="0" name=""/>
        <dsp:cNvSpPr/>
      </dsp:nvSpPr>
      <dsp:spPr>
        <a:xfrm>
          <a:off x="648590" y="3073859"/>
          <a:ext cx="2496066" cy="6141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002" tIns="65002" rIns="65002" bIns="65002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Generation: Producing accurate, cited answers.</a:t>
          </a:r>
        </a:p>
      </dsp:txBody>
      <dsp:txXfrm>
        <a:off x="648590" y="3073859"/>
        <a:ext cx="2496066" cy="61419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AD94C6-472B-40B4-8D96-45A895E0834F}">
      <dsp:nvSpPr>
        <dsp:cNvPr id="0" name=""/>
        <dsp:cNvSpPr/>
      </dsp:nvSpPr>
      <dsp:spPr>
        <a:xfrm>
          <a:off x="1541085" y="979665"/>
          <a:ext cx="91440" cy="34434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44344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577431" y="1149963"/>
        <a:ext cx="18747" cy="3749"/>
      </dsp:txXfrm>
    </dsp:sp>
    <dsp:sp modelId="{0BB06EA9-39CC-45F0-B9C6-B9C42A7140B2}">
      <dsp:nvSpPr>
        <dsp:cNvPr id="0" name=""/>
        <dsp:cNvSpPr/>
      </dsp:nvSpPr>
      <dsp:spPr>
        <a:xfrm>
          <a:off x="771708" y="3348"/>
          <a:ext cx="1630194" cy="97811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881" tIns="83849" rIns="79881" bIns="8384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Step 1: Embed - Documents turned into vectors and stored in ChromaDB.</a:t>
          </a:r>
        </a:p>
      </dsp:txBody>
      <dsp:txXfrm>
        <a:off x="771708" y="3348"/>
        <a:ext cx="1630194" cy="978116"/>
      </dsp:txXfrm>
    </dsp:sp>
    <dsp:sp modelId="{9F975132-B4E0-4189-9D10-F3E38D5E527C}">
      <dsp:nvSpPr>
        <dsp:cNvPr id="0" name=""/>
        <dsp:cNvSpPr/>
      </dsp:nvSpPr>
      <dsp:spPr>
        <a:xfrm>
          <a:off x="1541085" y="2332727"/>
          <a:ext cx="91440" cy="34434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44344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577431" y="2503025"/>
        <a:ext cx="18747" cy="3749"/>
      </dsp:txXfrm>
    </dsp:sp>
    <dsp:sp modelId="{AA7464F8-7CCD-4B8A-A2FD-FEF71E3AFFD2}">
      <dsp:nvSpPr>
        <dsp:cNvPr id="0" name=""/>
        <dsp:cNvSpPr/>
      </dsp:nvSpPr>
      <dsp:spPr>
        <a:xfrm>
          <a:off x="771708" y="1356410"/>
          <a:ext cx="1630194" cy="97811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881" tIns="83849" rIns="79881" bIns="8384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Step 2: Search - Query pulls the most relevant 'chunks' of text.</a:t>
          </a:r>
        </a:p>
      </dsp:txBody>
      <dsp:txXfrm>
        <a:off x="771708" y="1356410"/>
        <a:ext cx="1630194" cy="978116"/>
      </dsp:txXfrm>
    </dsp:sp>
    <dsp:sp modelId="{FE699AB3-446B-4BDF-AF0B-AC21D129D040}">
      <dsp:nvSpPr>
        <dsp:cNvPr id="0" name=""/>
        <dsp:cNvSpPr/>
      </dsp:nvSpPr>
      <dsp:spPr>
        <a:xfrm>
          <a:off x="771708" y="2709472"/>
          <a:ext cx="1630194" cy="97811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881" tIns="83849" rIns="79881" bIns="8384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Step 3: Answer - Ollama (Mistral) reads chunks and answers locally.</a:t>
          </a:r>
        </a:p>
      </dsp:txBody>
      <dsp:txXfrm>
        <a:off x="771708" y="2709472"/>
        <a:ext cx="1630194" cy="97811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E86489-BBCC-4188-9B88-2B1A0EC93C93}">
      <dsp:nvSpPr>
        <dsp:cNvPr id="0" name=""/>
        <dsp:cNvSpPr/>
      </dsp:nvSpPr>
      <dsp:spPr>
        <a:xfrm>
          <a:off x="0" y="1531"/>
          <a:ext cx="3173611" cy="77639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DCB108-BF1B-4D64-BFA1-B3D06A3482EC}">
      <dsp:nvSpPr>
        <dsp:cNvPr id="0" name=""/>
        <dsp:cNvSpPr/>
      </dsp:nvSpPr>
      <dsp:spPr>
        <a:xfrm>
          <a:off x="234859" y="176220"/>
          <a:ext cx="427017" cy="42701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27AD61-8D1D-459A-80EE-53C1F226C340}">
      <dsp:nvSpPr>
        <dsp:cNvPr id="0" name=""/>
        <dsp:cNvSpPr/>
      </dsp:nvSpPr>
      <dsp:spPr>
        <a:xfrm>
          <a:off x="896735" y="1531"/>
          <a:ext cx="2276875" cy="7763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168" tIns="82168" rIns="82168" bIns="82168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Professional Document Intelligence Hub</a:t>
          </a:r>
        </a:p>
      </dsp:txBody>
      <dsp:txXfrm>
        <a:off x="896735" y="1531"/>
        <a:ext cx="2276875" cy="776394"/>
      </dsp:txXfrm>
    </dsp:sp>
    <dsp:sp modelId="{9CB6E835-E5D6-4BBC-9D26-73BFC4B33372}">
      <dsp:nvSpPr>
        <dsp:cNvPr id="0" name=""/>
        <dsp:cNvSpPr/>
      </dsp:nvSpPr>
      <dsp:spPr>
        <a:xfrm>
          <a:off x="0" y="972025"/>
          <a:ext cx="3173611" cy="77639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9FDFB4-A01B-4A8A-8D54-FB7558446E8F}">
      <dsp:nvSpPr>
        <dsp:cNvPr id="0" name=""/>
        <dsp:cNvSpPr/>
      </dsp:nvSpPr>
      <dsp:spPr>
        <a:xfrm>
          <a:off x="234859" y="1146713"/>
          <a:ext cx="427017" cy="42701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3E2D8F-034D-495A-9110-71D687466D64}">
      <dsp:nvSpPr>
        <dsp:cNvPr id="0" name=""/>
        <dsp:cNvSpPr/>
      </dsp:nvSpPr>
      <dsp:spPr>
        <a:xfrm>
          <a:off x="896735" y="972025"/>
          <a:ext cx="2276875" cy="7763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168" tIns="82168" rIns="82168" bIns="82168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Semantic Chat: Natural conversation with your library.</a:t>
          </a:r>
        </a:p>
      </dsp:txBody>
      <dsp:txXfrm>
        <a:off x="896735" y="972025"/>
        <a:ext cx="2276875" cy="776394"/>
      </dsp:txXfrm>
    </dsp:sp>
    <dsp:sp modelId="{4CBA621A-789D-4C83-AF67-D696326E1F53}">
      <dsp:nvSpPr>
        <dsp:cNvPr id="0" name=""/>
        <dsp:cNvSpPr/>
      </dsp:nvSpPr>
      <dsp:spPr>
        <a:xfrm>
          <a:off x="0" y="1942518"/>
          <a:ext cx="3173611" cy="77639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3BF88C-0AAA-4690-98A3-FDBEAA155D5C}">
      <dsp:nvSpPr>
        <dsp:cNvPr id="0" name=""/>
        <dsp:cNvSpPr/>
      </dsp:nvSpPr>
      <dsp:spPr>
        <a:xfrm>
          <a:off x="234859" y="2117207"/>
          <a:ext cx="427017" cy="42701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C9E6A5-CDFD-447D-8537-1C755803D24E}">
      <dsp:nvSpPr>
        <dsp:cNvPr id="0" name=""/>
        <dsp:cNvSpPr/>
      </dsp:nvSpPr>
      <dsp:spPr>
        <a:xfrm>
          <a:off x="896735" y="1942518"/>
          <a:ext cx="2276875" cy="7763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168" tIns="82168" rIns="82168" bIns="82168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Smart Auditor: Automated compliance checking.</a:t>
          </a:r>
        </a:p>
      </dsp:txBody>
      <dsp:txXfrm>
        <a:off x="896735" y="1942518"/>
        <a:ext cx="2276875" cy="776394"/>
      </dsp:txXfrm>
    </dsp:sp>
    <dsp:sp modelId="{9D987702-20F4-40D8-8CDC-30294834F765}">
      <dsp:nvSpPr>
        <dsp:cNvPr id="0" name=""/>
        <dsp:cNvSpPr/>
      </dsp:nvSpPr>
      <dsp:spPr>
        <a:xfrm>
          <a:off x="0" y="2913011"/>
          <a:ext cx="3173611" cy="77639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EEFB46-B954-44CF-84F8-126627834E85}">
      <dsp:nvSpPr>
        <dsp:cNvPr id="0" name=""/>
        <dsp:cNvSpPr/>
      </dsp:nvSpPr>
      <dsp:spPr>
        <a:xfrm>
          <a:off x="234859" y="3087700"/>
          <a:ext cx="427017" cy="42701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FB26A3-A266-4635-8DD0-FC1AE91B0096}">
      <dsp:nvSpPr>
        <dsp:cNvPr id="0" name=""/>
        <dsp:cNvSpPr/>
      </dsp:nvSpPr>
      <dsp:spPr>
        <a:xfrm>
          <a:off x="896735" y="2913011"/>
          <a:ext cx="2276875" cy="7763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168" tIns="82168" rIns="82168" bIns="82168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Local Core: 100% private, no cloud required.</a:t>
          </a:r>
        </a:p>
      </dsp:txBody>
      <dsp:txXfrm>
        <a:off x="896735" y="2913011"/>
        <a:ext cx="2276875" cy="77639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754DE4-2D04-4313-89A4-98F995E5D144}">
      <dsp:nvSpPr>
        <dsp:cNvPr id="0" name=""/>
        <dsp:cNvSpPr/>
      </dsp:nvSpPr>
      <dsp:spPr>
        <a:xfrm>
          <a:off x="634722" y="1153"/>
          <a:ext cx="2538888" cy="1182253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261" tIns="300292" rIns="49261" bIns="300292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Index Standard: Upload your 'Golden Source' (Approved terms).</a:t>
          </a:r>
        </a:p>
      </dsp:txBody>
      <dsp:txXfrm>
        <a:off x="634722" y="1153"/>
        <a:ext cx="2538888" cy="1182253"/>
      </dsp:txXfrm>
    </dsp:sp>
    <dsp:sp modelId="{81807045-8C0D-479D-8B2D-7C7F9F924FBE}">
      <dsp:nvSpPr>
        <dsp:cNvPr id="0" name=""/>
        <dsp:cNvSpPr/>
      </dsp:nvSpPr>
      <dsp:spPr>
        <a:xfrm>
          <a:off x="0" y="1153"/>
          <a:ext cx="634722" cy="118225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587" tIns="116780" rIns="33587" bIns="1167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Index</a:t>
          </a:r>
        </a:p>
      </dsp:txBody>
      <dsp:txXfrm>
        <a:off x="0" y="1153"/>
        <a:ext cx="634722" cy="1182253"/>
      </dsp:txXfrm>
    </dsp:sp>
    <dsp:sp modelId="{E233DA8E-2D5F-4A43-ACA7-D8055E1888DB}">
      <dsp:nvSpPr>
        <dsp:cNvPr id="0" name=""/>
        <dsp:cNvSpPr/>
      </dsp:nvSpPr>
      <dsp:spPr>
        <a:xfrm>
          <a:off x="634722" y="1254342"/>
          <a:ext cx="2538888" cy="1182253"/>
        </a:xfrm>
        <a:prstGeom prst="rect">
          <a:avLst/>
        </a:prstGeom>
        <a:solidFill>
          <a:schemeClr val="accent2">
            <a:tint val="40000"/>
            <a:alpha val="90000"/>
            <a:hueOff val="-920933"/>
            <a:satOff val="6135"/>
            <a:lumOff val="561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-920933"/>
              <a:satOff val="6135"/>
              <a:lumOff val="56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261" tIns="300292" rIns="49261" bIns="300292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Upload Draft: Drop in the new vendor's contract.</a:t>
          </a:r>
        </a:p>
      </dsp:txBody>
      <dsp:txXfrm>
        <a:off x="634722" y="1254342"/>
        <a:ext cx="2538888" cy="1182253"/>
      </dsp:txXfrm>
    </dsp:sp>
    <dsp:sp modelId="{21BD5AD6-0A52-4356-AD88-C2E24C90410A}">
      <dsp:nvSpPr>
        <dsp:cNvPr id="0" name=""/>
        <dsp:cNvSpPr/>
      </dsp:nvSpPr>
      <dsp:spPr>
        <a:xfrm>
          <a:off x="0" y="1254342"/>
          <a:ext cx="634722" cy="1182253"/>
        </a:xfrm>
        <a:prstGeom prst="rect">
          <a:avLst/>
        </a:prstGeom>
        <a:solidFill>
          <a:schemeClr val="accent2">
            <a:hueOff val="-661686"/>
            <a:satOff val="746"/>
            <a:lumOff val="1765"/>
            <a:alphaOff val="0"/>
          </a:schemeClr>
        </a:solidFill>
        <a:ln w="15875" cap="flat" cmpd="sng" algn="ctr">
          <a:solidFill>
            <a:schemeClr val="accent2">
              <a:hueOff val="-661686"/>
              <a:satOff val="746"/>
              <a:lumOff val="176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587" tIns="116780" rIns="33587" bIns="1167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Upload</a:t>
          </a:r>
        </a:p>
      </dsp:txBody>
      <dsp:txXfrm>
        <a:off x="0" y="1254342"/>
        <a:ext cx="634722" cy="1182253"/>
      </dsp:txXfrm>
    </dsp:sp>
    <dsp:sp modelId="{BBC06571-C9DF-4EE9-B1D7-7A60361EB8CA}">
      <dsp:nvSpPr>
        <dsp:cNvPr id="0" name=""/>
        <dsp:cNvSpPr/>
      </dsp:nvSpPr>
      <dsp:spPr>
        <a:xfrm>
          <a:off x="634722" y="2507531"/>
          <a:ext cx="2538888" cy="1182253"/>
        </a:xfrm>
        <a:prstGeom prst="rect">
          <a:avLst/>
        </a:prstGeom>
        <a:solidFill>
          <a:schemeClr val="accent2">
            <a:tint val="40000"/>
            <a:alpha val="90000"/>
            <a:hueOff val="-1841865"/>
            <a:satOff val="12270"/>
            <a:lumOff val="1122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-1841865"/>
              <a:satOff val="12270"/>
              <a:lumOff val="112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261" tIns="300292" rIns="49261" bIns="300292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Cross-Audit: AI compares terms against the baseline automatically.</a:t>
          </a:r>
        </a:p>
      </dsp:txBody>
      <dsp:txXfrm>
        <a:off x="634722" y="2507531"/>
        <a:ext cx="2538888" cy="1182253"/>
      </dsp:txXfrm>
    </dsp:sp>
    <dsp:sp modelId="{E2F4B05F-3AB6-4F5C-9133-1ADE195C5DA4}">
      <dsp:nvSpPr>
        <dsp:cNvPr id="0" name=""/>
        <dsp:cNvSpPr/>
      </dsp:nvSpPr>
      <dsp:spPr>
        <a:xfrm>
          <a:off x="0" y="2507531"/>
          <a:ext cx="634722" cy="1182253"/>
        </a:xfrm>
        <a:prstGeom prst="rect">
          <a:avLst/>
        </a:prstGeom>
        <a:solidFill>
          <a:schemeClr val="accent2">
            <a:hueOff val="-1323373"/>
            <a:satOff val="1492"/>
            <a:lumOff val="3530"/>
            <a:alphaOff val="0"/>
          </a:schemeClr>
        </a:solidFill>
        <a:ln w="15875" cap="flat" cmpd="sng" algn="ctr">
          <a:solidFill>
            <a:schemeClr val="accent2">
              <a:hueOff val="-1323373"/>
              <a:satOff val="1492"/>
              <a:lumOff val="353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587" tIns="116780" rIns="33587" bIns="1167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Cross</a:t>
          </a:r>
        </a:p>
      </dsp:txBody>
      <dsp:txXfrm>
        <a:off x="0" y="2507531"/>
        <a:ext cx="634722" cy="118225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51F078-604F-40BC-896D-1CBD50C712C4}">
      <dsp:nvSpPr>
        <dsp:cNvPr id="0" name=""/>
        <dsp:cNvSpPr/>
      </dsp:nvSpPr>
      <dsp:spPr>
        <a:xfrm>
          <a:off x="319574" y="529771"/>
          <a:ext cx="995062" cy="99506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93D4BE-7611-479C-ADE7-EB2CED7E07B1}">
      <dsp:nvSpPr>
        <dsp:cNvPr id="0" name=""/>
        <dsp:cNvSpPr/>
      </dsp:nvSpPr>
      <dsp:spPr>
        <a:xfrm>
          <a:off x="531636" y="741834"/>
          <a:ext cx="570937" cy="5709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3FB31C-D33B-4A6C-8AA3-0579F30A8175}">
      <dsp:nvSpPr>
        <dsp:cNvPr id="0" name=""/>
        <dsp:cNvSpPr/>
      </dsp:nvSpPr>
      <dsp:spPr>
        <a:xfrm>
          <a:off x="1480" y="1834772"/>
          <a:ext cx="1631250" cy="65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KPI Scoring: Liability, IP, and Financial risk percentages.</a:t>
          </a:r>
        </a:p>
      </dsp:txBody>
      <dsp:txXfrm>
        <a:off x="1480" y="1834772"/>
        <a:ext cx="1631250" cy="652500"/>
      </dsp:txXfrm>
    </dsp:sp>
    <dsp:sp modelId="{CFF62765-9034-421E-A54F-D3FC068E1DB6}">
      <dsp:nvSpPr>
        <dsp:cNvPr id="0" name=""/>
        <dsp:cNvSpPr/>
      </dsp:nvSpPr>
      <dsp:spPr>
        <a:xfrm>
          <a:off x="2236292" y="529771"/>
          <a:ext cx="995062" cy="99506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49ED8C-AAB2-4BD7-B4D9-537426E8DEB3}">
      <dsp:nvSpPr>
        <dsp:cNvPr id="0" name=""/>
        <dsp:cNvSpPr/>
      </dsp:nvSpPr>
      <dsp:spPr>
        <a:xfrm>
          <a:off x="2448355" y="741834"/>
          <a:ext cx="570937" cy="5709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170351-DD9C-4A6F-88E9-01CAB6F8DD6C}">
      <dsp:nvSpPr>
        <dsp:cNvPr id="0" name=""/>
        <dsp:cNvSpPr/>
      </dsp:nvSpPr>
      <dsp:spPr>
        <a:xfrm>
          <a:off x="1918199" y="1834772"/>
          <a:ext cx="1631250" cy="65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Deviation Flagging: Red-lining high-risk differences.</a:t>
          </a:r>
        </a:p>
      </dsp:txBody>
      <dsp:txXfrm>
        <a:off x="1918199" y="1834772"/>
        <a:ext cx="1631250" cy="652500"/>
      </dsp:txXfrm>
    </dsp:sp>
    <dsp:sp modelId="{4ABAEDC7-4C76-4890-A55F-22188DE81D74}">
      <dsp:nvSpPr>
        <dsp:cNvPr id="0" name=""/>
        <dsp:cNvSpPr/>
      </dsp:nvSpPr>
      <dsp:spPr>
        <a:xfrm>
          <a:off x="4153011" y="529771"/>
          <a:ext cx="995062" cy="99506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CE4B7C-E0C4-4FE5-BDF8-CDAD76F5274E}">
      <dsp:nvSpPr>
        <dsp:cNvPr id="0" name=""/>
        <dsp:cNvSpPr/>
      </dsp:nvSpPr>
      <dsp:spPr>
        <a:xfrm>
          <a:off x="4365074" y="741834"/>
          <a:ext cx="570937" cy="57093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5C74E2-E13A-49B9-8564-9C11C38C1043}">
      <dsp:nvSpPr>
        <dsp:cNvPr id="0" name=""/>
        <dsp:cNvSpPr/>
      </dsp:nvSpPr>
      <dsp:spPr>
        <a:xfrm>
          <a:off x="3834917" y="1834772"/>
          <a:ext cx="1631250" cy="65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Confidence Metrics: Built-in AI certainty tracking.</a:t>
          </a:r>
        </a:p>
      </dsp:txBody>
      <dsp:txXfrm>
        <a:off x="3834917" y="1834772"/>
        <a:ext cx="1631250" cy="6525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E659FA-59C2-48C7-8DA9-7D56EED866D2}">
      <dsp:nvSpPr>
        <dsp:cNvPr id="0" name=""/>
        <dsp:cNvSpPr/>
      </dsp:nvSpPr>
      <dsp:spPr>
        <a:xfrm>
          <a:off x="0" y="1538"/>
          <a:ext cx="3710285" cy="77965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377057-9556-4620-9AFF-4025FD99C631}">
      <dsp:nvSpPr>
        <dsp:cNvPr id="0" name=""/>
        <dsp:cNvSpPr/>
      </dsp:nvSpPr>
      <dsp:spPr>
        <a:xfrm>
          <a:off x="235844" y="176959"/>
          <a:ext cx="428807" cy="42880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48E14A-2AC3-402B-8620-804DAEAD4675}">
      <dsp:nvSpPr>
        <dsp:cNvPr id="0" name=""/>
        <dsp:cNvSpPr/>
      </dsp:nvSpPr>
      <dsp:spPr>
        <a:xfrm>
          <a:off x="900496" y="1538"/>
          <a:ext cx="2809788" cy="7796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13" tIns="82513" rIns="82513" bIns="82513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Models: Ollama (Mistral 7B) + Nomic Embeddings.</a:t>
          </a:r>
        </a:p>
      </dsp:txBody>
      <dsp:txXfrm>
        <a:off x="900496" y="1538"/>
        <a:ext cx="2809788" cy="779650"/>
      </dsp:txXfrm>
    </dsp:sp>
    <dsp:sp modelId="{856BAABB-1B9E-450F-B966-75CEE11A98DF}">
      <dsp:nvSpPr>
        <dsp:cNvPr id="0" name=""/>
        <dsp:cNvSpPr/>
      </dsp:nvSpPr>
      <dsp:spPr>
        <a:xfrm>
          <a:off x="0" y="976101"/>
          <a:ext cx="3710285" cy="77965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14BA09-5C1A-4610-B07E-6C643B9D0EAC}">
      <dsp:nvSpPr>
        <dsp:cNvPr id="0" name=""/>
        <dsp:cNvSpPr/>
      </dsp:nvSpPr>
      <dsp:spPr>
        <a:xfrm>
          <a:off x="235844" y="1151522"/>
          <a:ext cx="428807" cy="42880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0F9F6D-9B89-4AAC-AAD2-3F0A62D7405C}">
      <dsp:nvSpPr>
        <dsp:cNvPr id="0" name=""/>
        <dsp:cNvSpPr/>
      </dsp:nvSpPr>
      <dsp:spPr>
        <a:xfrm>
          <a:off x="900496" y="976101"/>
          <a:ext cx="2809788" cy="7796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13" tIns="82513" rIns="82513" bIns="82513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Database: ChromaDB (Vector Store).</a:t>
          </a:r>
        </a:p>
      </dsp:txBody>
      <dsp:txXfrm>
        <a:off x="900496" y="976101"/>
        <a:ext cx="2809788" cy="779650"/>
      </dsp:txXfrm>
    </dsp:sp>
    <dsp:sp modelId="{C9E910C9-4987-4B21-8F52-3C1D30827E85}">
      <dsp:nvSpPr>
        <dsp:cNvPr id="0" name=""/>
        <dsp:cNvSpPr/>
      </dsp:nvSpPr>
      <dsp:spPr>
        <a:xfrm>
          <a:off x="0" y="1950664"/>
          <a:ext cx="3710285" cy="77965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E597E2-990D-4B3B-BCD9-ACB88EF9C519}">
      <dsp:nvSpPr>
        <dsp:cNvPr id="0" name=""/>
        <dsp:cNvSpPr/>
      </dsp:nvSpPr>
      <dsp:spPr>
        <a:xfrm>
          <a:off x="235844" y="2126085"/>
          <a:ext cx="428807" cy="42880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DFAFB8-3098-4804-914A-14DA01232AC3}">
      <dsp:nvSpPr>
        <dsp:cNvPr id="0" name=""/>
        <dsp:cNvSpPr/>
      </dsp:nvSpPr>
      <dsp:spPr>
        <a:xfrm>
          <a:off x="900496" y="1950664"/>
          <a:ext cx="2809788" cy="7796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13" tIns="82513" rIns="82513" bIns="82513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UI: Modern Streamlit with Glassmorphism design.</a:t>
          </a:r>
        </a:p>
      </dsp:txBody>
      <dsp:txXfrm>
        <a:off x="900496" y="1950664"/>
        <a:ext cx="2809788" cy="779650"/>
      </dsp:txXfrm>
    </dsp:sp>
    <dsp:sp modelId="{32B5350C-1C6F-4471-9C17-6CFA87218E26}">
      <dsp:nvSpPr>
        <dsp:cNvPr id="0" name=""/>
        <dsp:cNvSpPr/>
      </dsp:nvSpPr>
      <dsp:spPr>
        <a:xfrm>
          <a:off x="0" y="2925227"/>
          <a:ext cx="3710285" cy="77965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F9FDDC-3050-4348-883B-534A3F557FA5}">
      <dsp:nvSpPr>
        <dsp:cNvPr id="0" name=""/>
        <dsp:cNvSpPr/>
      </dsp:nvSpPr>
      <dsp:spPr>
        <a:xfrm>
          <a:off x="235844" y="3100648"/>
          <a:ext cx="428807" cy="42880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787302-9319-412A-87A8-33CC7293A29E}">
      <dsp:nvSpPr>
        <dsp:cNvPr id="0" name=""/>
        <dsp:cNvSpPr/>
      </dsp:nvSpPr>
      <dsp:spPr>
        <a:xfrm>
          <a:off x="900496" y="2925227"/>
          <a:ext cx="2809788" cy="7796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13" tIns="82513" rIns="82513" bIns="82513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Processing: 100% Local (CPU/GPU acceleration).</a:t>
          </a:r>
        </a:p>
      </dsp:txBody>
      <dsp:txXfrm>
        <a:off x="900496" y="2925227"/>
        <a:ext cx="2809788" cy="77965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3BF0D4-069A-4247-B40C-9ABC83352996}">
      <dsp:nvSpPr>
        <dsp:cNvPr id="0" name=""/>
        <dsp:cNvSpPr/>
      </dsp:nvSpPr>
      <dsp:spPr>
        <a:xfrm>
          <a:off x="319574" y="529771"/>
          <a:ext cx="995062" cy="99506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F995D9-2682-46E6-91C2-A680E7DB81D6}">
      <dsp:nvSpPr>
        <dsp:cNvPr id="0" name=""/>
        <dsp:cNvSpPr/>
      </dsp:nvSpPr>
      <dsp:spPr>
        <a:xfrm>
          <a:off x="531636" y="741834"/>
          <a:ext cx="570937" cy="5709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41FA52-EECF-4591-A2C6-1D8C0925E032}">
      <dsp:nvSpPr>
        <dsp:cNvPr id="0" name=""/>
        <dsp:cNvSpPr/>
      </dsp:nvSpPr>
      <dsp:spPr>
        <a:xfrm>
          <a:off x="1480" y="1834772"/>
          <a:ext cx="1631250" cy="65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Security: Contracts stay on your local disk.</a:t>
          </a:r>
        </a:p>
      </dsp:txBody>
      <dsp:txXfrm>
        <a:off x="1480" y="1834772"/>
        <a:ext cx="1631250" cy="652500"/>
      </dsp:txXfrm>
    </dsp:sp>
    <dsp:sp modelId="{550CCB95-3AB1-4D15-B675-BE0423A74129}">
      <dsp:nvSpPr>
        <dsp:cNvPr id="0" name=""/>
        <dsp:cNvSpPr/>
      </dsp:nvSpPr>
      <dsp:spPr>
        <a:xfrm>
          <a:off x="2236292" y="529771"/>
          <a:ext cx="995062" cy="99506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B9686B-B1DE-4617-AF94-9B57371CF1A9}">
      <dsp:nvSpPr>
        <dsp:cNvPr id="0" name=""/>
        <dsp:cNvSpPr/>
      </dsp:nvSpPr>
      <dsp:spPr>
        <a:xfrm>
          <a:off x="2448355" y="741834"/>
          <a:ext cx="570937" cy="5709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2EB84E-9259-4169-8104-FB2D09802525}">
      <dsp:nvSpPr>
        <dsp:cNvPr id="0" name=""/>
        <dsp:cNvSpPr/>
      </dsp:nvSpPr>
      <dsp:spPr>
        <a:xfrm>
          <a:off x="1918199" y="1834772"/>
          <a:ext cx="1631250" cy="65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Speed: No network latency or API rate limits.</a:t>
          </a:r>
        </a:p>
      </dsp:txBody>
      <dsp:txXfrm>
        <a:off x="1918199" y="1834772"/>
        <a:ext cx="1631250" cy="652500"/>
      </dsp:txXfrm>
    </dsp:sp>
    <dsp:sp modelId="{262438DB-3E84-4390-837B-FE596A4FC6A4}">
      <dsp:nvSpPr>
        <dsp:cNvPr id="0" name=""/>
        <dsp:cNvSpPr/>
      </dsp:nvSpPr>
      <dsp:spPr>
        <a:xfrm>
          <a:off x="4153011" y="529771"/>
          <a:ext cx="995062" cy="99506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66955E-7F6E-474C-86E7-4CCAFA240785}">
      <dsp:nvSpPr>
        <dsp:cNvPr id="0" name=""/>
        <dsp:cNvSpPr/>
      </dsp:nvSpPr>
      <dsp:spPr>
        <a:xfrm>
          <a:off x="4365074" y="741834"/>
          <a:ext cx="570937" cy="57093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36E62E-4FA4-4FB0-BB86-7537F8D95697}">
      <dsp:nvSpPr>
        <dsp:cNvPr id="0" name=""/>
        <dsp:cNvSpPr/>
      </dsp:nvSpPr>
      <dsp:spPr>
        <a:xfrm>
          <a:off x="3834917" y="1834772"/>
          <a:ext cx="1631250" cy="65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Cost: Zero token costs or monthly subscriptions.</a:t>
          </a:r>
        </a:p>
      </dsp:txBody>
      <dsp:txXfrm>
        <a:off x="3834917" y="1834772"/>
        <a:ext cx="1631250" cy="6525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"/>
            <a:ext cx="6858000" cy="6096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3572" y="1"/>
            <a:ext cx="6854429" cy="6096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7175" y="6613516"/>
            <a:ext cx="4371975" cy="1950720"/>
          </a:xfrm>
        </p:spPr>
        <p:txBody>
          <a:bodyPr anchor="ctr">
            <a:normAutofit/>
          </a:bodyPr>
          <a:lstStyle>
            <a:lvl1pPr algn="r">
              <a:defRPr sz="330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43463" y="6613516"/>
            <a:ext cx="1800225" cy="195072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 algn="ctr">
              <a:buNone/>
              <a:defRPr sz="1200"/>
            </a:lvl2pPr>
            <a:lvl3pPr marL="685800" indent="0" algn="ctr">
              <a:buNone/>
              <a:defRPr sz="12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4717599" y="7018808"/>
            <a:ext cx="0" cy="12192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3312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959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"/>
            <a:ext cx="6858000" cy="6096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3572" y="1"/>
            <a:ext cx="6854429" cy="6096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6613516"/>
            <a:ext cx="4371975" cy="1950720"/>
          </a:xfrm>
        </p:spPr>
        <p:txBody>
          <a:bodyPr anchor="ctr">
            <a:normAutofit/>
          </a:bodyPr>
          <a:lstStyle>
            <a:lvl1pPr algn="r">
              <a:defRPr sz="3300" b="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43463" y="6613516"/>
            <a:ext cx="1800225" cy="195072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4717599" y="7018808"/>
            <a:ext cx="0" cy="12192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140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6072" y="780288"/>
            <a:ext cx="5467541" cy="19994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6072" y="3048000"/>
            <a:ext cx="2674620" cy="5364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368993" y="3048000"/>
            <a:ext cx="2674620" cy="5364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783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576072" y="780288"/>
            <a:ext cx="5467541" cy="19994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6072" y="2906181"/>
            <a:ext cx="2674620" cy="109728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650" b="0" cap="none" baseline="0">
                <a:solidFill>
                  <a:schemeClr val="accent1"/>
                </a:solidFill>
                <a:latin typeface="+mn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6072" y="3957051"/>
            <a:ext cx="2674620" cy="44554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8993" y="2906181"/>
            <a:ext cx="2674620" cy="109728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65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marL="0" lvl="0" indent="0" algn="l" defTabSz="685800" rtl="0" eaLnBrk="1" latinLnBrk="0" hangingPunct="1">
              <a:lnSpc>
                <a:spcPct val="90000"/>
              </a:lnSpc>
              <a:spcBef>
                <a:spcPts val="135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368993" y="3957051"/>
            <a:ext cx="2674620" cy="44554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758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704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687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76072" y="628679"/>
            <a:ext cx="2468880" cy="231648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4687" y="1097280"/>
            <a:ext cx="3194114" cy="6912864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2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6072" y="3010008"/>
            <a:ext cx="2468880" cy="5016392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450"/>
              </a:spcBef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421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6613517"/>
            <a:ext cx="4371975" cy="1950720"/>
          </a:xfrm>
        </p:spPr>
        <p:txBody>
          <a:bodyPr anchor="ctr">
            <a:normAutofit/>
          </a:bodyPr>
          <a:lstStyle>
            <a:lvl1pPr algn="r">
              <a:defRPr sz="330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6856286" cy="6096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43463" y="6613517"/>
            <a:ext cx="1800225" cy="195072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4717599" y="7018808"/>
            <a:ext cx="0" cy="12192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9084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863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8" y="1016000"/>
            <a:ext cx="1478756" cy="72136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57214" y="1016000"/>
            <a:ext cx="4264819" cy="7213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5657850" y="431442"/>
            <a:ext cx="0" cy="51435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5227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76072" y="780288"/>
            <a:ext cx="5467541" cy="19994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6073" y="3048000"/>
            <a:ext cx="5467541" cy="536448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6073" y="8627605"/>
            <a:ext cx="121170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24150" y="8627605"/>
            <a:ext cx="331957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96000" y="8627605"/>
            <a:ext cx="5476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428625" y="1101765"/>
            <a:ext cx="0" cy="12192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6170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80000"/>
        </a:lnSpc>
        <a:spcBef>
          <a:spcPct val="0"/>
        </a:spcBef>
        <a:buNone/>
        <a:defRPr sz="3300" kern="1200" cap="all" spc="75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198882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336042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445770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582930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685800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795528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912114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021842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t>AnalystSage AI: Privacy-First Document Intelligence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Revolutionizing Contract Auditing with Retrieval-Augmented Generation (RAG)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6072" y="2439162"/>
            <a:ext cx="5467541" cy="1124712"/>
          </a:xfrm>
        </p:spPr>
        <p:txBody>
          <a:bodyPr>
            <a:normAutofit/>
          </a:bodyPr>
          <a:lstStyle/>
          <a:p>
            <a:r>
              <a:rPr lang="en-US"/>
              <a:t>The Problem with Standard AI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112C107-07BD-E3C2-DE71-905859A9A0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9337721"/>
              </p:ext>
            </p:extLst>
          </p:nvPr>
        </p:nvGraphicFramePr>
        <p:xfrm>
          <a:off x="575965" y="3714750"/>
          <a:ext cx="5467648" cy="30170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951" y="2482850"/>
            <a:ext cx="1921282" cy="41783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What is Retrieval-Augmented Generation (RAG)?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994E66F-FCFE-9E30-8D81-126CC3C2FA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1354106"/>
              </p:ext>
            </p:extLst>
          </p:nvPr>
        </p:nvGraphicFramePr>
        <p:xfrm>
          <a:off x="3152180" y="2715816"/>
          <a:ext cx="3173611" cy="36909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951" y="2482850"/>
            <a:ext cx="1921282" cy="41783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How RAG Works Under the Hood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5350646-E61E-809F-02CA-8149792AD5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9438999"/>
              </p:ext>
            </p:extLst>
          </p:nvPr>
        </p:nvGraphicFramePr>
        <p:xfrm>
          <a:off x="3152180" y="2715816"/>
          <a:ext cx="3173611" cy="36909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951" y="2482850"/>
            <a:ext cx="1921282" cy="4178300"/>
          </a:xfrm>
        </p:spPr>
        <p:txBody>
          <a:bodyPr>
            <a:normAutofit/>
          </a:bodyPr>
          <a:lstStyle/>
          <a:p>
            <a:r>
              <a:rPr lang="en-US" sz="3075">
                <a:solidFill>
                  <a:srgbClr val="FFFFFF"/>
                </a:solidFill>
              </a:rPr>
              <a:t>Introducing AnalystSage AI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29450D26-41FC-B31A-2483-DF5AA88526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1557286"/>
              </p:ext>
            </p:extLst>
          </p:nvPr>
        </p:nvGraphicFramePr>
        <p:xfrm>
          <a:off x="3152180" y="2715816"/>
          <a:ext cx="3173611" cy="36909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951" y="2482850"/>
            <a:ext cx="1921282" cy="41783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Solving the 'Legal Bottleneck'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9D7F02A-789F-16DB-6803-FDD0AD3A67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1082303"/>
              </p:ext>
            </p:extLst>
          </p:nvPr>
        </p:nvGraphicFramePr>
        <p:xfrm>
          <a:off x="3152180" y="2715816"/>
          <a:ext cx="3173611" cy="36909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6072" y="2439162"/>
            <a:ext cx="5467541" cy="1124712"/>
          </a:xfrm>
        </p:spPr>
        <p:txBody>
          <a:bodyPr>
            <a:normAutofit/>
          </a:bodyPr>
          <a:lstStyle/>
          <a:p>
            <a:r>
              <a:t>Data-Driven Legal Decisions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6E5933D-006F-2B4C-BCD8-30DA3C7809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3476178"/>
              </p:ext>
            </p:extLst>
          </p:nvPr>
        </p:nvGraphicFramePr>
        <p:xfrm>
          <a:off x="575965" y="3714750"/>
          <a:ext cx="5467648" cy="30170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3053" y="2482850"/>
            <a:ext cx="1953567" cy="4178300"/>
          </a:xfrm>
        </p:spPr>
        <p:txBody>
          <a:bodyPr>
            <a:normAutofit/>
          </a:bodyPr>
          <a:lstStyle/>
          <a:p>
            <a:r>
              <a:t>The Tech Stack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586164A-3DB2-2006-01F2-BC073AD9AC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2478796"/>
              </p:ext>
            </p:extLst>
          </p:nvPr>
        </p:nvGraphicFramePr>
        <p:xfrm>
          <a:off x="530424" y="2700338"/>
          <a:ext cx="3710285" cy="37064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6072" y="2439162"/>
            <a:ext cx="5467541" cy="1124712"/>
          </a:xfrm>
        </p:spPr>
        <p:txBody>
          <a:bodyPr>
            <a:normAutofit/>
          </a:bodyPr>
          <a:lstStyle/>
          <a:p>
            <a:r>
              <a:t>Why Local RAG?</a:t>
            </a:r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8CD4EAF7-6026-CD81-787B-CFDFBBDC6A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2204253"/>
              </p:ext>
            </p:extLst>
          </p:nvPr>
        </p:nvGraphicFramePr>
        <p:xfrm>
          <a:off x="575965" y="3714750"/>
          <a:ext cx="5467648" cy="30170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hade val="85000"/>
            <a:satMod val="1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4981" y="2707087"/>
            <a:ext cx="3758244" cy="1102687"/>
          </a:xfrm>
        </p:spPr>
        <p:txBody>
          <a:bodyPr>
            <a:normAutofit/>
          </a:bodyPr>
          <a:lstStyle/>
          <a:p>
            <a:r>
              <a:rPr lang="en-US"/>
              <a:t>The Future of Document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57712" y="4080664"/>
            <a:ext cx="3755514" cy="2355760"/>
          </a:xfrm>
        </p:spPr>
        <p:txBody>
          <a:bodyPr>
            <a:normAutofit/>
          </a:bodyPr>
          <a:lstStyle/>
          <a:p>
            <a:r>
              <a:t>Summary: AnalystSage AI turns hundreds of pages into instant, actionable intelligence.</a:t>
            </a:r>
          </a:p>
          <a:p>
            <a:r>
              <a:t>Closing: 'Intelligence you can trust. Data you can keep.'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9</TotalTime>
  <Words>365</Words>
  <Application>Microsoft Office PowerPoint</Application>
  <PresentationFormat>On-screen Show (4:3)</PresentationFormat>
  <Paragraphs>44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Tw Cen MT</vt:lpstr>
      <vt:lpstr>Tw Cen MT Condensed</vt:lpstr>
      <vt:lpstr>Wingdings 3</vt:lpstr>
      <vt:lpstr>Integral</vt:lpstr>
      <vt:lpstr>AnalystSage AI: Privacy-First Document Intelligence</vt:lpstr>
      <vt:lpstr>The Problem with Standard AI</vt:lpstr>
      <vt:lpstr>What is Retrieval-Augmented Generation (RAG)?</vt:lpstr>
      <vt:lpstr>How RAG Works Under the Hood</vt:lpstr>
      <vt:lpstr>Introducing AnalystSage AI</vt:lpstr>
      <vt:lpstr>Solving the 'Legal Bottleneck'</vt:lpstr>
      <vt:lpstr>Data-Driven Legal Decisions</vt:lpstr>
      <vt:lpstr>The Tech Stack</vt:lpstr>
      <vt:lpstr>Why Local RAG?</vt:lpstr>
      <vt:lpstr>The Future of Document Intelligence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Pradeep Kumar</cp:lastModifiedBy>
  <cp:revision>3</cp:revision>
  <dcterms:created xsi:type="dcterms:W3CDTF">2013-01-27T09:14:16Z</dcterms:created>
  <dcterms:modified xsi:type="dcterms:W3CDTF">2026-02-07T22:03:48Z</dcterms:modified>
  <cp:category/>
</cp:coreProperties>
</file>